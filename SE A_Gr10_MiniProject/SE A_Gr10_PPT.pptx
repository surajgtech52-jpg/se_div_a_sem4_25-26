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18"/>
  </p:notesMasterIdLst>
  <p:sldIdLst>
    <p:sldId id="256" r:id="rId2"/>
    <p:sldId id="258" r:id="rId3"/>
    <p:sldId id="275" r:id="rId4"/>
    <p:sldId id="266" r:id="rId5"/>
    <p:sldId id="277" r:id="rId6"/>
    <p:sldId id="261" r:id="rId7"/>
    <p:sldId id="267" r:id="rId8"/>
    <p:sldId id="278" r:id="rId9"/>
    <p:sldId id="280" r:id="rId10"/>
    <p:sldId id="276" r:id="rId11"/>
    <p:sldId id="272" r:id="rId12"/>
    <p:sldId id="282" r:id="rId13"/>
    <p:sldId id="283" r:id="rId14"/>
    <p:sldId id="265" r:id="rId15"/>
    <p:sldId id="268" r:id="rId16"/>
    <p:sldId id="260" r:id="rId17"/>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012D4-1E9A-4AA0-B7CA-605E3149828B}" v="10" dt="2026-04-17T05:58:24.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632" autoAdjust="0"/>
  </p:normalViewPr>
  <p:slideViewPr>
    <p:cSldViewPr>
      <p:cViewPr varScale="1">
        <p:scale>
          <a:sx n="81" d="100"/>
          <a:sy n="81" d="100"/>
        </p:scale>
        <p:origin x="1026" y="57"/>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296C535B-17B4-F866-B79B-1313A62C8461}"/>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64999018-6471-A5EC-568F-BFBA73F0470B}"/>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F5FA05DE-2B0A-D46B-F3CA-AF9A5BB5FEB7}"/>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73F6B89E-6A38-01BC-655E-B67B046D5274}"/>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25CCC46A-CE47-E536-215B-B0635FC24F46}"/>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0B316187-C590-7847-ACE3-4DEDCD252492}"/>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ECBD574D-0CEA-4192-8C3E-7CB906C6F94F}"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28517902-4BB8-E307-4A60-0507089AE54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1BB7033-099D-4C4C-9930-62BD2D2F3459}" type="slidenum">
              <a:rPr lang="en-IN" altLang="en-US" sz="1400" smtClean="0"/>
              <a:pPr fontAlgn="base">
                <a:spcBef>
                  <a:spcPct val="0"/>
                </a:spcBef>
                <a:spcAft>
                  <a:spcPct val="0"/>
                </a:spcAft>
              </a:pPr>
              <a:t>1</a:t>
            </a:fld>
            <a:endParaRPr lang="en-IN" altLang="en-US" sz="1400"/>
          </a:p>
        </p:txBody>
      </p:sp>
      <p:sp>
        <p:nvSpPr>
          <p:cNvPr id="9219" name="Rectangle 1">
            <a:extLst>
              <a:ext uri="{FF2B5EF4-FFF2-40B4-BE49-F238E27FC236}">
                <a16:creationId xmlns:a16="http://schemas.microsoft.com/office/drawing/2014/main" id="{6634E521-4C91-E376-2B8F-A347067F3BF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E22D2F77-96E4-E3D8-E379-301AE4E3CAF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B0014620-032B-D821-65F3-F5BEC4B9783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EF08D39-505B-4FC5-BDE5-27581D9EB5F3}" type="slidenum">
              <a:rPr lang="en-IN" altLang="en-US" sz="1400" smtClean="0"/>
              <a:pPr fontAlgn="base">
                <a:spcBef>
                  <a:spcPct val="0"/>
                </a:spcBef>
                <a:spcAft>
                  <a:spcPct val="0"/>
                </a:spcAft>
              </a:pPr>
              <a:t>2</a:t>
            </a:fld>
            <a:endParaRPr lang="en-IN" altLang="en-US" sz="1400"/>
          </a:p>
        </p:txBody>
      </p:sp>
      <p:sp>
        <p:nvSpPr>
          <p:cNvPr id="13315" name="Rectangle 1">
            <a:extLst>
              <a:ext uri="{FF2B5EF4-FFF2-40B4-BE49-F238E27FC236}">
                <a16:creationId xmlns:a16="http://schemas.microsoft.com/office/drawing/2014/main" id="{AF455C11-B00C-922C-7811-4DF73D0DD247}"/>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C189FF70-BBB8-1DEB-F07E-915617F20F2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18701C7E-6D7C-3105-1EB3-F9C95993105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90CDC25-E56B-43DE-BE0E-70A7125EA1CC}" type="slidenum">
              <a:rPr lang="en-IN" altLang="en-US" sz="1400" smtClean="0"/>
              <a:pPr fontAlgn="base">
                <a:spcBef>
                  <a:spcPct val="0"/>
                </a:spcBef>
                <a:spcAft>
                  <a:spcPct val="0"/>
                </a:spcAft>
              </a:pPr>
              <a:t>4</a:t>
            </a:fld>
            <a:endParaRPr lang="en-IN" altLang="en-US" sz="1400"/>
          </a:p>
        </p:txBody>
      </p:sp>
      <p:sp>
        <p:nvSpPr>
          <p:cNvPr id="16387" name="Rectangle 1">
            <a:extLst>
              <a:ext uri="{FF2B5EF4-FFF2-40B4-BE49-F238E27FC236}">
                <a16:creationId xmlns:a16="http://schemas.microsoft.com/office/drawing/2014/main" id="{1F376F65-02EE-08CC-E7DC-00DD059CADE7}"/>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Rectangle 2">
            <a:extLst>
              <a:ext uri="{FF2B5EF4-FFF2-40B4-BE49-F238E27FC236}">
                <a16:creationId xmlns:a16="http://schemas.microsoft.com/office/drawing/2014/main" id="{21A24988-E8E2-6E56-FEF9-7B3F38E562E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EC6367-B425-0D7F-2D59-75010BE6D1FD}"/>
            </a:ext>
          </a:extLst>
        </p:cNvPr>
        <p:cNvGrpSpPr/>
        <p:nvPr/>
      </p:nvGrpSpPr>
      <p:grpSpPr>
        <a:xfrm>
          <a:off x="0" y="0"/>
          <a:ext cx="0" cy="0"/>
          <a:chOff x="0" y="0"/>
          <a:chExt cx="0" cy="0"/>
        </a:xfrm>
      </p:grpSpPr>
      <p:sp>
        <p:nvSpPr>
          <p:cNvPr id="16386" name="Rectangle 6">
            <a:extLst>
              <a:ext uri="{FF2B5EF4-FFF2-40B4-BE49-F238E27FC236}">
                <a16:creationId xmlns:a16="http://schemas.microsoft.com/office/drawing/2014/main" id="{1BD0EF84-93C8-7F0E-06CF-AFF1653C7CA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90CDC25-E56B-43DE-BE0E-70A7125EA1CC}" type="slidenum">
              <a:rPr lang="en-IN" altLang="en-US" sz="1400" smtClean="0"/>
              <a:pPr fontAlgn="base">
                <a:spcBef>
                  <a:spcPct val="0"/>
                </a:spcBef>
                <a:spcAft>
                  <a:spcPct val="0"/>
                </a:spcAft>
              </a:pPr>
              <a:t>5</a:t>
            </a:fld>
            <a:endParaRPr lang="en-IN" altLang="en-US" sz="1400"/>
          </a:p>
        </p:txBody>
      </p:sp>
      <p:sp>
        <p:nvSpPr>
          <p:cNvPr id="16387" name="Rectangle 1">
            <a:extLst>
              <a:ext uri="{FF2B5EF4-FFF2-40B4-BE49-F238E27FC236}">
                <a16:creationId xmlns:a16="http://schemas.microsoft.com/office/drawing/2014/main" id="{C002A70F-BD86-266F-6C98-918ADB91F9D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Rectangle 2">
            <a:extLst>
              <a:ext uri="{FF2B5EF4-FFF2-40B4-BE49-F238E27FC236}">
                <a16:creationId xmlns:a16="http://schemas.microsoft.com/office/drawing/2014/main" id="{6E7F4E6A-E5E4-98C5-4206-5387E79D1B0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872760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3846D83A-7BB3-34B5-ED69-D12D4CE4696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E2D7AFA1-9507-4899-9218-710978E3A275}" type="slidenum">
              <a:rPr lang="en-IN" altLang="en-US" sz="1400" smtClean="0"/>
              <a:pPr fontAlgn="base">
                <a:spcBef>
                  <a:spcPct val="0"/>
                </a:spcBef>
                <a:spcAft>
                  <a:spcPct val="0"/>
                </a:spcAft>
              </a:pPr>
              <a:t>6</a:t>
            </a:fld>
            <a:endParaRPr lang="en-IN" altLang="en-US" sz="1400"/>
          </a:p>
        </p:txBody>
      </p:sp>
      <p:sp>
        <p:nvSpPr>
          <p:cNvPr id="18435" name="Rectangle 1">
            <a:extLst>
              <a:ext uri="{FF2B5EF4-FFF2-40B4-BE49-F238E27FC236}">
                <a16:creationId xmlns:a16="http://schemas.microsoft.com/office/drawing/2014/main" id="{620C1EDD-4E6E-F2D2-D0B6-4A9DE0F34CB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6" name="Rectangle 2">
            <a:extLst>
              <a:ext uri="{FF2B5EF4-FFF2-40B4-BE49-F238E27FC236}">
                <a16:creationId xmlns:a16="http://schemas.microsoft.com/office/drawing/2014/main" id="{BDB39E12-9B17-9591-3AFE-7DED4B0C56D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535E3F-87B5-9262-1A0F-611BD0ABB7A5}"/>
            </a:ext>
          </a:extLst>
        </p:cNvPr>
        <p:cNvGrpSpPr/>
        <p:nvPr/>
      </p:nvGrpSpPr>
      <p:grpSpPr>
        <a:xfrm>
          <a:off x="0" y="0"/>
          <a:ext cx="0" cy="0"/>
          <a:chOff x="0" y="0"/>
          <a:chExt cx="0" cy="0"/>
        </a:xfrm>
      </p:grpSpPr>
      <p:sp>
        <p:nvSpPr>
          <p:cNvPr id="21506" name="Rectangle 6">
            <a:extLst>
              <a:ext uri="{FF2B5EF4-FFF2-40B4-BE49-F238E27FC236}">
                <a16:creationId xmlns:a16="http://schemas.microsoft.com/office/drawing/2014/main" id="{1356B5E8-A07E-578C-F690-9D9640ADC58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C726D2D-C0B0-4635-9FC5-B6D9BD488B18}" type="slidenum">
              <a:rPr lang="en-IN" altLang="en-US" sz="1400" smtClean="0"/>
              <a:pPr fontAlgn="base">
                <a:spcBef>
                  <a:spcPct val="0"/>
                </a:spcBef>
                <a:spcAft>
                  <a:spcPct val="0"/>
                </a:spcAft>
              </a:pPr>
              <a:t>8</a:t>
            </a:fld>
            <a:endParaRPr lang="en-IN" altLang="en-US" sz="1400"/>
          </a:p>
        </p:txBody>
      </p:sp>
      <p:sp>
        <p:nvSpPr>
          <p:cNvPr id="21507" name="Rectangle 1">
            <a:extLst>
              <a:ext uri="{FF2B5EF4-FFF2-40B4-BE49-F238E27FC236}">
                <a16:creationId xmlns:a16="http://schemas.microsoft.com/office/drawing/2014/main" id="{546AD5CC-32E4-F011-78DA-45932DD1D06E}"/>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a:extLst>
              <a:ext uri="{FF2B5EF4-FFF2-40B4-BE49-F238E27FC236}">
                <a16:creationId xmlns:a16="http://schemas.microsoft.com/office/drawing/2014/main" id="{96E9E893-586D-F37C-BD73-7195D163606C}"/>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223919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50A576C-6423-1002-7835-56C29BA6BC2F}"/>
            </a:ext>
          </a:extLst>
        </p:cNvPr>
        <p:cNvGrpSpPr/>
        <p:nvPr/>
      </p:nvGrpSpPr>
      <p:grpSpPr>
        <a:xfrm>
          <a:off x="0" y="0"/>
          <a:ext cx="0" cy="0"/>
          <a:chOff x="0" y="0"/>
          <a:chExt cx="0" cy="0"/>
        </a:xfrm>
      </p:grpSpPr>
      <p:sp>
        <p:nvSpPr>
          <p:cNvPr id="21506" name="Rectangle 6">
            <a:extLst>
              <a:ext uri="{FF2B5EF4-FFF2-40B4-BE49-F238E27FC236}">
                <a16:creationId xmlns:a16="http://schemas.microsoft.com/office/drawing/2014/main" id="{494C0276-C0A6-C158-DDA7-539585ECF67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C726D2D-C0B0-4635-9FC5-B6D9BD488B18}" type="slidenum">
              <a:rPr lang="en-IN" altLang="en-US" sz="1400" smtClean="0"/>
              <a:pPr fontAlgn="base">
                <a:spcBef>
                  <a:spcPct val="0"/>
                </a:spcBef>
                <a:spcAft>
                  <a:spcPct val="0"/>
                </a:spcAft>
              </a:pPr>
              <a:t>9</a:t>
            </a:fld>
            <a:endParaRPr lang="en-IN" altLang="en-US" sz="1400"/>
          </a:p>
        </p:txBody>
      </p:sp>
      <p:sp>
        <p:nvSpPr>
          <p:cNvPr id="21507" name="Rectangle 1">
            <a:extLst>
              <a:ext uri="{FF2B5EF4-FFF2-40B4-BE49-F238E27FC236}">
                <a16:creationId xmlns:a16="http://schemas.microsoft.com/office/drawing/2014/main" id="{8ADD233F-71F8-750B-4CE3-28614B48AA43}"/>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a:extLst>
              <a:ext uri="{FF2B5EF4-FFF2-40B4-BE49-F238E27FC236}">
                <a16:creationId xmlns:a16="http://schemas.microsoft.com/office/drawing/2014/main" id="{B3B4A08D-066E-0FEF-7AE7-812751128F1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809533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0D393DDC-27D8-E1BC-5018-3F3E08F763F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C7F4F24-36B1-4D50-BD95-7B80DAE0C760}" type="slidenum">
              <a:rPr lang="en-IN" altLang="en-US" sz="1400" smtClean="0"/>
              <a:pPr fontAlgn="base">
                <a:spcBef>
                  <a:spcPct val="0"/>
                </a:spcBef>
                <a:spcAft>
                  <a:spcPct val="0"/>
                </a:spcAft>
              </a:pPr>
              <a:t>11</a:t>
            </a:fld>
            <a:endParaRPr lang="en-IN" altLang="en-US" sz="1400"/>
          </a:p>
        </p:txBody>
      </p:sp>
      <p:sp>
        <p:nvSpPr>
          <p:cNvPr id="24579" name="Rectangle 1">
            <a:extLst>
              <a:ext uri="{FF2B5EF4-FFF2-40B4-BE49-F238E27FC236}">
                <a16:creationId xmlns:a16="http://schemas.microsoft.com/office/drawing/2014/main" id="{373E17E9-9D41-858C-C784-C3AF35F0E38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80BC6AB6-D5E1-1D37-D675-730BB31646D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B1AED1-1438-FF70-8CB5-415579BDF892}"/>
            </a:ext>
          </a:extLst>
        </p:cNvPr>
        <p:cNvGrpSpPr/>
        <p:nvPr/>
      </p:nvGrpSpPr>
      <p:grpSpPr>
        <a:xfrm>
          <a:off x="0" y="0"/>
          <a:ext cx="0" cy="0"/>
          <a:chOff x="0" y="0"/>
          <a:chExt cx="0" cy="0"/>
        </a:xfrm>
      </p:grpSpPr>
      <p:sp>
        <p:nvSpPr>
          <p:cNvPr id="24578" name="Rectangle 6">
            <a:extLst>
              <a:ext uri="{FF2B5EF4-FFF2-40B4-BE49-F238E27FC236}">
                <a16:creationId xmlns:a16="http://schemas.microsoft.com/office/drawing/2014/main" id="{23D08C28-680D-AB2B-051D-AAE14CD91E8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C7F4F24-36B1-4D50-BD95-7B80DAE0C760}" type="slidenum">
              <a:rPr lang="en-IN" altLang="en-US" sz="1400" smtClean="0"/>
              <a:pPr fontAlgn="base">
                <a:spcBef>
                  <a:spcPct val="0"/>
                </a:spcBef>
                <a:spcAft>
                  <a:spcPct val="0"/>
                </a:spcAft>
              </a:pPr>
              <a:t>12</a:t>
            </a:fld>
            <a:endParaRPr lang="en-IN" altLang="en-US" sz="1400"/>
          </a:p>
        </p:txBody>
      </p:sp>
      <p:sp>
        <p:nvSpPr>
          <p:cNvPr id="24579" name="Rectangle 1">
            <a:extLst>
              <a:ext uri="{FF2B5EF4-FFF2-40B4-BE49-F238E27FC236}">
                <a16:creationId xmlns:a16="http://schemas.microsoft.com/office/drawing/2014/main" id="{02706CFD-0C35-59F5-A887-E7E41EE8D4A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76745759-D5B0-02CE-69A9-DA2323F67F9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429217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5D11D5-F494-583B-6840-BDBAEA4E7D2C}"/>
            </a:ext>
          </a:extLst>
        </p:cNvPr>
        <p:cNvGrpSpPr/>
        <p:nvPr/>
      </p:nvGrpSpPr>
      <p:grpSpPr>
        <a:xfrm>
          <a:off x="0" y="0"/>
          <a:ext cx="0" cy="0"/>
          <a:chOff x="0" y="0"/>
          <a:chExt cx="0" cy="0"/>
        </a:xfrm>
      </p:grpSpPr>
      <p:sp>
        <p:nvSpPr>
          <p:cNvPr id="24578" name="Rectangle 6">
            <a:extLst>
              <a:ext uri="{FF2B5EF4-FFF2-40B4-BE49-F238E27FC236}">
                <a16:creationId xmlns:a16="http://schemas.microsoft.com/office/drawing/2014/main" id="{1444D678-3542-1452-CD0A-6F7F85FA048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C7F4F24-36B1-4D50-BD95-7B80DAE0C760}" type="slidenum">
              <a:rPr lang="en-IN" altLang="en-US" sz="1400" smtClean="0"/>
              <a:pPr fontAlgn="base">
                <a:spcBef>
                  <a:spcPct val="0"/>
                </a:spcBef>
                <a:spcAft>
                  <a:spcPct val="0"/>
                </a:spcAft>
              </a:pPr>
              <a:t>13</a:t>
            </a:fld>
            <a:endParaRPr lang="en-IN" altLang="en-US" sz="1400"/>
          </a:p>
        </p:txBody>
      </p:sp>
      <p:sp>
        <p:nvSpPr>
          <p:cNvPr id="24579" name="Rectangle 1">
            <a:extLst>
              <a:ext uri="{FF2B5EF4-FFF2-40B4-BE49-F238E27FC236}">
                <a16:creationId xmlns:a16="http://schemas.microsoft.com/office/drawing/2014/main" id="{1773B522-7846-3630-D42A-7C3C2A93218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F7BE6617-9A1A-C065-38D3-72A2B8DAF9E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11958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F698D0AA-9534-7D92-BFD2-67360F39730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7F99F14-FF7A-4172-B4AC-67239B6DC8D3}" type="slidenum">
              <a:rPr lang="en-IN" altLang="en-US" sz="1400" smtClean="0"/>
              <a:pPr fontAlgn="base">
                <a:spcBef>
                  <a:spcPct val="0"/>
                </a:spcBef>
                <a:spcAft>
                  <a:spcPct val="0"/>
                </a:spcAft>
              </a:pPr>
              <a:t>14</a:t>
            </a:fld>
            <a:endParaRPr lang="en-IN" altLang="en-US" sz="1400"/>
          </a:p>
        </p:txBody>
      </p:sp>
      <p:sp>
        <p:nvSpPr>
          <p:cNvPr id="26627" name="Rectangle 1">
            <a:extLst>
              <a:ext uri="{FF2B5EF4-FFF2-40B4-BE49-F238E27FC236}">
                <a16:creationId xmlns:a16="http://schemas.microsoft.com/office/drawing/2014/main" id="{D5341FE7-6A84-731C-CAC0-A6EBF9A4BAB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Rectangle 2">
            <a:extLst>
              <a:ext uri="{FF2B5EF4-FFF2-40B4-BE49-F238E27FC236}">
                <a16:creationId xmlns:a16="http://schemas.microsoft.com/office/drawing/2014/main" id="{A1274845-63C4-FA8E-C581-37D82C0AC26C}"/>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F1B6C27E-142E-5772-BC40-4FDE886B13C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22642260-D651-46F2-BD04-055E0806612E}" type="slidenum">
              <a:rPr lang="en-IN" altLang="en-US" sz="1400" smtClean="0"/>
              <a:pPr fontAlgn="base">
                <a:spcBef>
                  <a:spcPct val="0"/>
                </a:spcBef>
                <a:spcAft>
                  <a:spcPct val="0"/>
                </a:spcAft>
              </a:pPr>
              <a:t>15</a:t>
            </a:fld>
            <a:endParaRPr lang="en-IN" altLang="en-US" sz="1400"/>
          </a:p>
        </p:txBody>
      </p:sp>
      <p:sp>
        <p:nvSpPr>
          <p:cNvPr id="30723" name="Rectangle 1">
            <a:extLst>
              <a:ext uri="{FF2B5EF4-FFF2-40B4-BE49-F238E27FC236}">
                <a16:creationId xmlns:a16="http://schemas.microsoft.com/office/drawing/2014/main" id="{29ECB466-7DD7-486D-76BC-5972240C01E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7F8F8153-0B43-B76E-EA87-A4ECF53B54F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657EC6A6-6FDC-C0BD-2BCD-080C8A8A06D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6E09E96-A3EF-4543-B7EB-5DD957E6EEE3}" type="slidenum">
              <a:rPr lang="en-IN" altLang="en-US" sz="1400" smtClean="0"/>
              <a:pPr fontAlgn="base">
                <a:spcBef>
                  <a:spcPct val="0"/>
                </a:spcBef>
                <a:spcAft>
                  <a:spcPct val="0"/>
                </a:spcAft>
              </a:pPr>
              <a:t>16</a:t>
            </a:fld>
            <a:endParaRPr lang="en-IN" altLang="en-US" sz="1400"/>
          </a:p>
        </p:txBody>
      </p:sp>
      <p:sp>
        <p:nvSpPr>
          <p:cNvPr id="32771" name="Rectangle 1">
            <a:extLst>
              <a:ext uri="{FF2B5EF4-FFF2-40B4-BE49-F238E27FC236}">
                <a16:creationId xmlns:a16="http://schemas.microsoft.com/office/drawing/2014/main" id="{192091E4-1E7C-E6F8-A3D1-00EB6889D39D}"/>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2" name="Rectangle 2">
            <a:extLst>
              <a:ext uri="{FF2B5EF4-FFF2-40B4-BE49-F238E27FC236}">
                <a16:creationId xmlns:a16="http://schemas.microsoft.com/office/drawing/2014/main" id="{A096D2BF-CC5F-2EB1-1386-AAD4F37EFC5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77354972-5F43-314A-6EE5-50579903FE29}"/>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D58FC6AF-14F3-900E-AADF-07D59B5378BD}"/>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648C669-FC01-2B8D-F9DD-E701B18479A5}"/>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75D2509A-779C-43C2-1F75-BE7006089634}"/>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6F91E4FE-4CE0-A59D-0A19-6D0F23802F16}"/>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38CB3F9A-E4FE-8AF9-26F4-238B9D259D8C}"/>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1CBB138E-BEDB-87C6-59BE-F59129991F21}"/>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C95905FF-F074-C636-7E92-6CAF027E2E63}"/>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2B8B50F2-CCDA-34BB-D963-B68CA25C194A}"/>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B8402660-9215-6117-24D2-1CCF8EFD4E4E}"/>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429CA70B-3114-CDCA-5521-F51F945B8355}"/>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6AF44F6D-3A00-2662-D634-10A3DAD4B82B}"/>
              </a:ext>
            </a:extLst>
          </p:cNvPr>
          <p:cNvSpPr>
            <a:spLocks noGrp="1"/>
          </p:cNvSpPr>
          <p:nvPr>
            <p:ph type="dt" sz="half" idx="10"/>
          </p:nvPr>
        </p:nvSpPr>
        <p:spPr/>
        <p:txBody>
          <a:bodyPr/>
          <a:lstStyle>
            <a:lvl1pPr>
              <a:defRPr/>
            </a:lvl1pPr>
          </a:lstStyle>
          <a:p>
            <a:pPr>
              <a:defRPr/>
            </a:pPr>
            <a:fld id="{DD9C9F91-A04A-4E17-89CC-BD952BF77FC8}" type="datetimeFigureOut">
              <a:rPr lang="en-US"/>
              <a:pPr>
                <a:defRPr/>
              </a:pPr>
              <a:t>4/17/2026</a:t>
            </a:fld>
            <a:endParaRPr lang="en-US" dirty="0"/>
          </a:p>
        </p:txBody>
      </p:sp>
      <p:sp>
        <p:nvSpPr>
          <p:cNvPr id="16" name="Footer Placeholder 4">
            <a:extLst>
              <a:ext uri="{FF2B5EF4-FFF2-40B4-BE49-F238E27FC236}">
                <a16:creationId xmlns:a16="http://schemas.microsoft.com/office/drawing/2014/main" id="{A8E76121-5063-9E75-7676-5858C95045CC}"/>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0C8E36A5-5534-1671-AFF2-3ACF57F5A75F}"/>
              </a:ext>
            </a:extLst>
          </p:cNvPr>
          <p:cNvSpPr>
            <a:spLocks noGrp="1"/>
          </p:cNvSpPr>
          <p:nvPr>
            <p:ph type="sldNum" sz="quarter" idx="12"/>
          </p:nvPr>
        </p:nvSpPr>
        <p:spPr/>
        <p:txBody>
          <a:bodyPr/>
          <a:lstStyle>
            <a:lvl1pPr>
              <a:defRPr/>
            </a:lvl1pPr>
          </a:lstStyle>
          <a:p>
            <a:pPr>
              <a:defRPr/>
            </a:pPr>
            <a:fld id="{37363D22-D141-4703-8A93-2AFAC393405D}" type="slidenum">
              <a:rPr lang="en-US"/>
              <a:pPr>
                <a:defRPr/>
              </a:pPr>
              <a:t>‹#›</a:t>
            </a:fld>
            <a:endParaRPr lang="en-US" dirty="0"/>
          </a:p>
        </p:txBody>
      </p:sp>
    </p:spTree>
    <p:extLst>
      <p:ext uri="{BB962C8B-B14F-4D97-AF65-F5344CB8AC3E}">
        <p14:creationId xmlns:p14="http://schemas.microsoft.com/office/powerpoint/2010/main" val="1352225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6BEE5B-8F4F-2B48-8A72-DF3B821C86A4}"/>
              </a:ext>
            </a:extLst>
          </p:cNvPr>
          <p:cNvSpPr>
            <a:spLocks noGrp="1"/>
          </p:cNvSpPr>
          <p:nvPr>
            <p:ph type="dt" sz="half" idx="10"/>
          </p:nvPr>
        </p:nvSpPr>
        <p:spPr/>
        <p:txBody>
          <a:bodyPr/>
          <a:lstStyle>
            <a:lvl1pPr>
              <a:defRPr/>
            </a:lvl1pPr>
          </a:lstStyle>
          <a:p>
            <a:pPr>
              <a:defRPr/>
            </a:pPr>
            <a:fld id="{E790B65F-DCBD-4409-ACC4-166384A780CE}"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F850DCBD-886B-DBA3-9CC9-4A057C0DE4F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500C345-F39D-6855-2EF1-EC6E6F8B100A}"/>
              </a:ext>
            </a:extLst>
          </p:cNvPr>
          <p:cNvSpPr>
            <a:spLocks noGrp="1"/>
          </p:cNvSpPr>
          <p:nvPr>
            <p:ph type="sldNum" sz="quarter" idx="12"/>
          </p:nvPr>
        </p:nvSpPr>
        <p:spPr/>
        <p:txBody>
          <a:bodyPr/>
          <a:lstStyle>
            <a:lvl1pPr>
              <a:defRPr/>
            </a:lvl1pPr>
          </a:lstStyle>
          <a:p>
            <a:pPr>
              <a:defRPr/>
            </a:pPr>
            <a:fld id="{28D64161-EB40-4254-99F2-B1E70C67D825}" type="slidenum">
              <a:rPr lang="en-US"/>
              <a:pPr>
                <a:defRPr/>
              </a:pPr>
              <a:t>‹#›</a:t>
            </a:fld>
            <a:endParaRPr lang="en-US" dirty="0"/>
          </a:p>
        </p:txBody>
      </p:sp>
    </p:spTree>
    <p:extLst>
      <p:ext uri="{BB962C8B-B14F-4D97-AF65-F5344CB8AC3E}">
        <p14:creationId xmlns:p14="http://schemas.microsoft.com/office/powerpoint/2010/main" val="615671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54491-8DB7-B7B4-FF41-CBB23707612A}"/>
              </a:ext>
            </a:extLst>
          </p:cNvPr>
          <p:cNvSpPr>
            <a:spLocks noGrp="1"/>
          </p:cNvSpPr>
          <p:nvPr>
            <p:ph type="dt" sz="half" idx="10"/>
          </p:nvPr>
        </p:nvSpPr>
        <p:spPr/>
        <p:txBody>
          <a:bodyPr/>
          <a:lstStyle>
            <a:lvl1pPr>
              <a:defRPr/>
            </a:lvl1pPr>
          </a:lstStyle>
          <a:p>
            <a:pPr>
              <a:defRPr/>
            </a:pPr>
            <a:fld id="{9A210006-10C9-4C1B-AD11-D6E55534454A}"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4CFBB9B0-BA3E-76C7-A798-26AE48F750F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2E93EC7-7ECB-093E-854D-52C11BF42CE9}"/>
              </a:ext>
            </a:extLst>
          </p:cNvPr>
          <p:cNvSpPr>
            <a:spLocks noGrp="1"/>
          </p:cNvSpPr>
          <p:nvPr>
            <p:ph type="sldNum" sz="quarter" idx="12"/>
          </p:nvPr>
        </p:nvSpPr>
        <p:spPr/>
        <p:txBody>
          <a:bodyPr/>
          <a:lstStyle>
            <a:lvl1pPr>
              <a:defRPr/>
            </a:lvl1pPr>
          </a:lstStyle>
          <a:p>
            <a:pPr>
              <a:defRPr/>
            </a:pPr>
            <a:fld id="{D2C6BB60-7376-4690-A34A-BE3903B2E2A2}" type="slidenum">
              <a:rPr lang="en-US"/>
              <a:pPr>
                <a:defRPr/>
              </a:pPr>
              <a:t>‹#›</a:t>
            </a:fld>
            <a:endParaRPr lang="en-US" dirty="0"/>
          </a:p>
        </p:txBody>
      </p:sp>
    </p:spTree>
    <p:extLst>
      <p:ext uri="{BB962C8B-B14F-4D97-AF65-F5344CB8AC3E}">
        <p14:creationId xmlns:p14="http://schemas.microsoft.com/office/powerpoint/2010/main" val="273920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4B21CBD-8855-F05A-9957-3EB14D9447E3}"/>
              </a:ext>
            </a:extLst>
          </p:cNvPr>
          <p:cNvSpPr>
            <a:spLocks noGrp="1"/>
          </p:cNvSpPr>
          <p:nvPr>
            <p:ph type="dt" sz="half" idx="10"/>
          </p:nvPr>
        </p:nvSpPr>
        <p:spPr/>
        <p:txBody>
          <a:bodyPr/>
          <a:lstStyle>
            <a:lvl1pPr>
              <a:defRPr/>
            </a:lvl1pPr>
          </a:lstStyle>
          <a:p>
            <a:pPr>
              <a:defRPr/>
            </a:pPr>
            <a:fld id="{8E585192-7B16-459E-94A0-F75B8E8CDD59}" type="datetimeFigureOut">
              <a:rPr lang="en-US"/>
              <a:pPr>
                <a:defRPr/>
              </a:pPr>
              <a:t>4/17/2026</a:t>
            </a:fld>
            <a:endParaRPr lang="en-US" dirty="0"/>
          </a:p>
        </p:txBody>
      </p:sp>
      <p:sp>
        <p:nvSpPr>
          <p:cNvPr id="6" name="Footer Placeholder 4">
            <a:extLst>
              <a:ext uri="{FF2B5EF4-FFF2-40B4-BE49-F238E27FC236}">
                <a16:creationId xmlns:a16="http://schemas.microsoft.com/office/drawing/2014/main" id="{4E43B60C-B65C-05C9-8484-5B42D461B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DBF86E1-FA74-522B-D8CB-FB5D1AF4B0EE}"/>
              </a:ext>
            </a:extLst>
          </p:cNvPr>
          <p:cNvSpPr>
            <a:spLocks noGrp="1"/>
          </p:cNvSpPr>
          <p:nvPr>
            <p:ph type="sldNum" sz="quarter" idx="12"/>
          </p:nvPr>
        </p:nvSpPr>
        <p:spPr/>
        <p:txBody>
          <a:bodyPr/>
          <a:lstStyle>
            <a:lvl1pPr>
              <a:defRPr/>
            </a:lvl1pPr>
          </a:lstStyle>
          <a:p>
            <a:pPr>
              <a:defRPr/>
            </a:pPr>
            <a:fld id="{8BBD5F39-7121-4954-BE35-5FB6EE5B16BE}" type="slidenum">
              <a:rPr lang="en-US"/>
              <a:pPr>
                <a:defRPr/>
              </a:pPr>
              <a:t>‹#›</a:t>
            </a:fld>
            <a:endParaRPr lang="en-US" dirty="0"/>
          </a:p>
        </p:txBody>
      </p:sp>
    </p:spTree>
    <p:extLst>
      <p:ext uri="{BB962C8B-B14F-4D97-AF65-F5344CB8AC3E}">
        <p14:creationId xmlns:p14="http://schemas.microsoft.com/office/powerpoint/2010/main" val="109071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9C55968E-C3AC-BB88-AD48-323C006210BF}"/>
              </a:ext>
            </a:extLst>
          </p:cNvPr>
          <p:cNvSpPr>
            <a:spLocks noGrp="1"/>
          </p:cNvSpPr>
          <p:nvPr>
            <p:ph type="dt" sz="half" idx="10"/>
          </p:nvPr>
        </p:nvSpPr>
        <p:spPr/>
        <p:txBody>
          <a:bodyPr/>
          <a:lstStyle>
            <a:lvl1pPr>
              <a:defRPr/>
            </a:lvl1pPr>
          </a:lstStyle>
          <a:p>
            <a:pPr>
              <a:defRPr/>
            </a:pPr>
            <a:fld id="{637D458C-5445-438C-A26C-E8032D0BD878}" type="datetimeFigureOut">
              <a:rPr lang="en-US"/>
              <a:pPr>
                <a:defRPr/>
              </a:pPr>
              <a:t>4/17/2026</a:t>
            </a:fld>
            <a:endParaRPr lang="en-US" dirty="0"/>
          </a:p>
        </p:txBody>
      </p:sp>
      <p:sp>
        <p:nvSpPr>
          <p:cNvPr id="8" name="Footer Placeholder 4">
            <a:extLst>
              <a:ext uri="{FF2B5EF4-FFF2-40B4-BE49-F238E27FC236}">
                <a16:creationId xmlns:a16="http://schemas.microsoft.com/office/drawing/2014/main" id="{06E75DF2-23CF-9A7B-507A-B7111929FCD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79FC1BC-B3EF-41AC-356B-D8BC1D7A3100}"/>
              </a:ext>
            </a:extLst>
          </p:cNvPr>
          <p:cNvSpPr>
            <a:spLocks noGrp="1"/>
          </p:cNvSpPr>
          <p:nvPr>
            <p:ph type="sldNum" sz="quarter" idx="12"/>
          </p:nvPr>
        </p:nvSpPr>
        <p:spPr/>
        <p:txBody>
          <a:bodyPr/>
          <a:lstStyle>
            <a:lvl1pPr>
              <a:defRPr/>
            </a:lvl1pPr>
          </a:lstStyle>
          <a:p>
            <a:pPr>
              <a:defRPr/>
            </a:pPr>
            <a:fld id="{8BA7CB4E-AED6-468D-A42E-0AD5F4D00D50}" type="slidenum">
              <a:rPr lang="en-US"/>
              <a:pPr>
                <a:defRPr/>
              </a:pPr>
              <a:t>‹#›</a:t>
            </a:fld>
            <a:endParaRPr lang="en-US" dirty="0"/>
          </a:p>
        </p:txBody>
      </p:sp>
    </p:spTree>
    <p:extLst>
      <p:ext uri="{BB962C8B-B14F-4D97-AF65-F5344CB8AC3E}">
        <p14:creationId xmlns:p14="http://schemas.microsoft.com/office/powerpoint/2010/main" val="904723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6641FD3-5D3A-BEAC-B0DA-BEBDFA6CC482}"/>
              </a:ext>
            </a:extLst>
          </p:cNvPr>
          <p:cNvSpPr>
            <a:spLocks noGrp="1"/>
          </p:cNvSpPr>
          <p:nvPr>
            <p:ph type="dt" sz="half" idx="10"/>
          </p:nvPr>
        </p:nvSpPr>
        <p:spPr/>
        <p:txBody>
          <a:bodyPr/>
          <a:lstStyle>
            <a:lvl1pPr>
              <a:defRPr/>
            </a:lvl1pPr>
          </a:lstStyle>
          <a:p>
            <a:pPr>
              <a:defRPr/>
            </a:pPr>
            <a:fld id="{02F3A6E9-8542-4669-B124-8AFA59CEA9C2}" type="datetimeFigureOut">
              <a:rPr lang="en-US"/>
              <a:pPr>
                <a:defRPr/>
              </a:pPr>
              <a:t>4/17/2026</a:t>
            </a:fld>
            <a:endParaRPr lang="en-US" dirty="0"/>
          </a:p>
        </p:txBody>
      </p:sp>
      <p:sp>
        <p:nvSpPr>
          <p:cNvPr id="4" name="Footer Placeholder 4">
            <a:extLst>
              <a:ext uri="{FF2B5EF4-FFF2-40B4-BE49-F238E27FC236}">
                <a16:creationId xmlns:a16="http://schemas.microsoft.com/office/drawing/2014/main" id="{C6961A4F-0F65-C5C9-4ABB-33617ED529C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6ABB2BF-536E-C7B9-1540-E1182D83CE78}"/>
              </a:ext>
            </a:extLst>
          </p:cNvPr>
          <p:cNvSpPr>
            <a:spLocks noGrp="1"/>
          </p:cNvSpPr>
          <p:nvPr>
            <p:ph type="sldNum" sz="quarter" idx="12"/>
          </p:nvPr>
        </p:nvSpPr>
        <p:spPr/>
        <p:txBody>
          <a:bodyPr/>
          <a:lstStyle>
            <a:lvl1pPr>
              <a:defRPr/>
            </a:lvl1pPr>
          </a:lstStyle>
          <a:p>
            <a:pPr>
              <a:defRPr/>
            </a:pPr>
            <a:fld id="{40D084AA-9AAE-4B0B-8D8C-0D05102A74A9}" type="slidenum">
              <a:rPr lang="en-US"/>
              <a:pPr>
                <a:defRPr/>
              </a:pPr>
              <a:t>‹#›</a:t>
            </a:fld>
            <a:endParaRPr lang="en-US" dirty="0"/>
          </a:p>
        </p:txBody>
      </p:sp>
    </p:spTree>
    <p:extLst>
      <p:ext uri="{BB962C8B-B14F-4D97-AF65-F5344CB8AC3E}">
        <p14:creationId xmlns:p14="http://schemas.microsoft.com/office/powerpoint/2010/main" val="322715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B308549-1A48-7C96-86B4-3682F38C92E2}"/>
              </a:ext>
            </a:extLst>
          </p:cNvPr>
          <p:cNvSpPr>
            <a:spLocks noGrp="1"/>
          </p:cNvSpPr>
          <p:nvPr>
            <p:ph type="dt" sz="half" idx="10"/>
          </p:nvPr>
        </p:nvSpPr>
        <p:spPr/>
        <p:txBody>
          <a:bodyPr/>
          <a:lstStyle>
            <a:lvl1pPr>
              <a:defRPr/>
            </a:lvl1pPr>
          </a:lstStyle>
          <a:p>
            <a:pPr>
              <a:defRPr/>
            </a:pPr>
            <a:fld id="{4F2C2072-C94B-48AA-A4A2-CBE6A843E592}" type="datetimeFigureOut">
              <a:rPr lang="en-US"/>
              <a:pPr>
                <a:defRPr/>
              </a:pPr>
              <a:t>4/17/2026</a:t>
            </a:fld>
            <a:endParaRPr lang="en-US" dirty="0"/>
          </a:p>
        </p:txBody>
      </p:sp>
      <p:sp>
        <p:nvSpPr>
          <p:cNvPr id="3" name="Footer Placeholder 4">
            <a:extLst>
              <a:ext uri="{FF2B5EF4-FFF2-40B4-BE49-F238E27FC236}">
                <a16:creationId xmlns:a16="http://schemas.microsoft.com/office/drawing/2014/main" id="{C3818EB3-0882-60D0-843B-E12B1094BE0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18579789-3656-BB56-523F-62294D466CB0}"/>
              </a:ext>
            </a:extLst>
          </p:cNvPr>
          <p:cNvSpPr>
            <a:spLocks noGrp="1"/>
          </p:cNvSpPr>
          <p:nvPr>
            <p:ph type="sldNum" sz="quarter" idx="12"/>
          </p:nvPr>
        </p:nvSpPr>
        <p:spPr/>
        <p:txBody>
          <a:bodyPr/>
          <a:lstStyle>
            <a:lvl1pPr>
              <a:defRPr/>
            </a:lvl1pPr>
          </a:lstStyle>
          <a:p>
            <a:pPr>
              <a:defRPr/>
            </a:pPr>
            <a:fld id="{560B5ACD-E5DA-42D7-AB3A-990D18FC88DD}" type="slidenum">
              <a:rPr lang="en-US"/>
              <a:pPr>
                <a:defRPr/>
              </a:pPr>
              <a:t>‹#›</a:t>
            </a:fld>
            <a:endParaRPr lang="en-US" dirty="0"/>
          </a:p>
        </p:txBody>
      </p:sp>
    </p:spTree>
    <p:extLst>
      <p:ext uri="{BB962C8B-B14F-4D97-AF65-F5344CB8AC3E}">
        <p14:creationId xmlns:p14="http://schemas.microsoft.com/office/powerpoint/2010/main" val="3437449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18F42DF4-B828-7F39-CEA6-5D9896AFBE31}"/>
              </a:ext>
            </a:extLst>
          </p:cNvPr>
          <p:cNvSpPr>
            <a:spLocks noGrp="1"/>
          </p:cNvSpPr>
          <p:nvPr>
            <p:ph type="dt" sz="half" idx="10"/>
          </p:nvPr>
        </p:nvSpPr>
        <p:spPr/>
        <p:txBody>
          <a:bodyPr/>
          <a:lstStyle>
            <a:lvl1pPr>
              <a:defRPr/>
            </a:lvl1pPr>
          </a:lstStyle>
          <a:p>
            <a:pPr>
              <a:defRPr/>
            </a:pPr>
            <a:fld id="{7921E076-AD22-4833-8E93-5C92198C46B4}" type="datetimeFigureOut">
              <a:rPr lang="en-US"/>
              <a:pPr>
                <a:defRPr/>
              </a:pPr>
              <a:t>4/17/2026</a:t>
            </a:fld>
            <a:endParaRPr lang="en-US" dirty="0"/>
          </a:p>
        </p:txBody>
      </p:sp>
      <p:sp>
        <p:nvSpPr>
          <p:cNvPr id="6" name="Footer Placeholder 4">
            <a:extLst>
              <a:ext uri="{FF2B5EF4-FFF2-40B4-BE49-F238E27FC236}">
                <a16:creationId xmlns:a16="http://schemas.microsoft.com/office/drawing/2014/main" id="{16CB9216-846F-A304-A5D1-875925B7112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FE716D7-EFD6-5C07-7725-5A921D5CC2A2}"/>
              </a:ext>
            </a:extLst>
          </p:cNvPr>
          <p:cNvSpPr>
            <a:spLocks noGrp="1"/>
          </p:cNvSpPr>
          <p:nvPr>
            <p:ph type="sldNum" sz="quarter" idx="12"/>
          </p:nvPr>
        </p:nvSpPr>
        <p:spPr/>
        <p:txBody>
          <a:bodyPr/>
          <a:lstStyle>
            <a:lvl1pPr>
              <a:defRPr/>
            </a:lvl1pPr>
          </a:lstStyle>
          <a:p>
            <a:pPr>
              <a:defRPr/>
            </a:pPr>
            <a:fld id="{1E7C1E9B-44CF-4396-94EB-06AB26F2038E}" type="slidenum">
              <a:rPr lang="en-US"/>
              <a:pPr>
                <a:defRPr/>
              </a:pPr>
              <a:t>‹#›</a:t>
            </a:fld>
            <a:endParaRPr lang="en-US" dirty="0"/>
          </a:p>
        </p:txBody>
      </p:sp>
    </p:spTree>
    <p:extLst>
      <p:ext uri="{BB962C8B-B14F-4D97-AF65-F5344CB8AC3E}">
        <p14:creationId xmlns:p14="http://schemas.microsoft.com/office/powerpoint/2010/main" val="4125417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1B823D6B-734B-F54C-0E11-A59B329491F2}"/>
              </a:ext>
            </a:extLst>
          </p:cNvPr>
          <p:cNvSpPr>
            <a:spLocks noGrp="1"/>
          </p:cNvSpPr>
          <p:nvPr>
            <p:ph type="dt" sz="half" idx="10"/>
          </p:nvPr>
        </p:nvSpPr>
        <p:spPr/>
        <p:txBody>
          <a:bodyPr/>
          <a:lstStyle>
            <a:lvl1pPr>
              <a:defRPr/>
            </a:lvl1pPr>
          </a:lstStyle>
          <a:p>
            <a:pPr>
              <a:defRPr/>
            </a:pPr>
            <a:fld id="{98508BCF-71CA-4AE5-B4BC-F5A1FF52D10C}" type="datetimeFigureOut">
              <a:rPr lang="en-US"/>
              <a:pPr>
                <a:defRPr/>
              </a:pPr>
              <a:t>4/17/2026</a:t>
            </a:fld>
            <a:endParaRPr lang="en-US" dirty="0"/>
          </a:p>
        </p:txBody>
      </p:sp>
      <p:sp>
        <p:nvSpPr>
          <p:cNvPr id="6" name="Footer Placeholder 4">
            <a:extLst>
              <a:ext uri="{FF2B5EF4-FFF2-40B4-BE49-F238E27FC236}">
                <a16:creationId xmlns:a16="http://schemas.microsoft.com/office/drawing/2014/main" id="{8E6016BB-C2CC-7759-3E08-7DD2B144A7E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547944B-755B-0A5E-0485-3CF2D793C1F2}"/>
              </a:ext>
            </a:extLst>
          </p:cNvPr>
          <p:cNvSpPr>
            <a:spLocks noGrp="1"/>
          </p:cNvSpPr>
          <p:nvPr>
            <p:ph type="sldNum" sz="quarter" idx="12"/>
          </p:nvPr>
        </p:nvSpPr>
        <p:spPr/>
        <p:txBody>
          <a:bodyPr/>
          <a:lstStyle>
            <a:lvl1pPr>
              <a:defRPr/>
            </a:lvl1pPr>
          </a:lstStyle>
          <a:p>
            <a:pPr>
              <a:defRPr/>
            </a:pPr>
            <a:fld id="{F79D92CC-68CF-48DC-9EAB-87BABAF94C9E}" type="slidenum">
              <a:rPr lang="en-US"/>
              <a:pPr>
                <a:defRPr/>
              </a:pPr>
              <a:t>‹#›</a:t>
            </a:fld>
            <a:endParaRPr lang="en-US" dirty="0"/>
          </a:p>
        </p:txBody>
      </p:sp>
    </p:spTree>
    <p:extLst>
      <p:ext uri="{BB962C8B-B14F-4D97-AF65-F5344CB8AC3E}">
        <p14:creationId xmlns:p14="http://schemas.microsoft.com/office/powerpoint/2010/main" val="1222513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EA11DA-E842-9717-7E88-048EB19CE209}"/>
              </a:ext>
            </a:extLst>
          </p:cNvPr>
          <p:cNvSpPr>
            <a:spLocks noGrp="1"/>
          </p:cNvSpPr>
          <p:nvPr>
            <p:ph type="dt" sz="half" idx="10"/>
          </p:nvPr>
        </p:nvSpPr>
        <p:spPr/>
        <p:txBody>
          <a:bodyPr/>
          <a:lstStyle>
            <a:lvl1pPr>
              <a:defRPr/>
            </a:lvl1pPr>
          </a:lstStyle>
          <a:p>
            <a:pPr>
              <a:defRPr/>
            </a:pPr>
            <a:fld id="{ABC4A4D6-D783-40F0-952F-F998CC524C5E}"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1D643CEB-9FEE-C418-C962-606CADBE2CA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C26C8E1-69C1-91F6-E660-CA4387A1B209}"/>
              </a:ext>
            </a:extLst>
          </p:cNvPr>
          <p:cNvSpPr>
            <a:spLocks noGrp="1"/>
          </p:cNvSpPr>
          <p:nvPr>
            <p:ph type="sldNum" sz="quarter" idx="12"/>
          </p:nvPr>
        </p:nvSpPr>
        <p:spPr/>
        <p:txBody>
          <a:bodyPr/>
          <a:lstStyle>
            <a:lvl1pPr>
              <a:defRPr/>
            </a:lvl1pPr>
          </a:lstStyle>
          <a:p>
            <a:pPr>
              <a:defRPr/>
            </a:pPr>
            <a:fld id="{5A7F1371-01CC-440E-9148-608612E42F4A}" type="slidenum">
              <a:rPr lang="en-US"/>
              <a:pPr>
                <a:defRPr/>
              </a:pPr>
              <a:t>‹#›</a:t>
            </a:fld>
            <a:endParaRPr lang="en-US" dirty="0"/>
          </a:p>
        </p:txBody>
      </p:sp>
    </p:spTree>
    <p:extLst>
      <p:ext uri="{BB962C8B-B14F-4D97-AF65-F5344CB8AC3E}">
        <p14:creationId xmlns:p14="http://schemas.microsoft.com/office/powerpoint/2010/main" val="1172910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284BA3-CEBA-8D0F-7C2A-C425558F32F9}"/>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9605ED71-1D5A-E09F-50E6-09D629D60CAF}"/>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8BD769AF-C5C9-4328-43E9-D88173873DB9}"/>
              </a:ext>
            </a:extLst>
          </p:cNvPr>
          <p:cNvSpPr>
            <a:spLocks noGrp="1"/>
          </p:cNvSpPr>
          <p:nvPr>
            <p:ph type="dt" sz="half" idx="14"/>
          </p:nvPr>
        </p:nvSpPr>
        <p:spPr/>
        <p:txBody>
          <a:bodyPr/>
          <a:lstStyle>
            <a:lvl1pPr>
              <a:defRPr/>
            </a:lvl1pPr>
          </a:lstStyle>
          <a:p>
            <a:pPr>
              <a:defRPr/>
            </a:pPr>
            <a:fld id="{38DDC57C-0DE5-47D2-93F9-F9617A4AB6CF}" type="datetimeFigureOut">
              <a:rPr lang="en-US"/>
              <a:pPr>
                <a:defRPr/>
              </a:pPr>
              <a:t>4/17/2026</a:t>
            </a:fld>
            <a:endParaRPr lang="en-US" dirty="0"/>
          </a:p>
        </p:txBody>
      </p:sp>
      <p:sp>
        <p:nvSpPr>
          <p:cNvPr id="7" name="Footer Placeholder 4">
            <a:extLst>
              <a:ext uri="{FF2B5EF4-FFF2-40B4-BE49-F238E27FC236}">
                <a16:creationId xmlns:a16="http://schemas.microsoft.com/office/drawing/2014/main" id="{A071227F-C53F-C6F4-C500-7C9648F726D5}"/>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1CA7D625-2B15-1BD1-A82A-CEF6261F902B}"/>
              </a:ext>
            </a:extLst>
          </p:cNvPr>
          <p:cNvSpPr>
            <a:spLocks noGrp="1"/>
          </p:cNvSpPr>
          <p:nvPr>
            <p:ph type="sldNum" sz="quarter" idx="16"/>
          </p:nvPr>
        </p:nvSpPr>
        <p:spPr/>
        <p:txBody>
          <a:bodyPr/>
          <a:lstStyle>
            <a:lvl1pPr>
              <a:defRPr/>
            </a:lvl1pPr>
          </a:lstStyle>
          <a:p>
            <a:pPr>
              <a:defRPr/>
            </a:pPr>
            <a:fld id="{D9EE2AD6-990A-454A-8657-D32CE7F61C07}" type="slidenum">
              <a:rPr lang="en-US"/>
              <a:pPr>
                <a:defRPr/>
              </a:pPr>
              <a:t>‹#›</a:t>
            </a:fld>
            <a:endParaRPr lang="en-US" dirty="0"/>
          </a:p>
        </p:txBody>
      </p:sp>
    </p:spTree>
    <p:extLst>
      <p:ext uri="{BB962C8B-B14F-4D97-AF65-F5344CB8AC3E}">
        <p14:creationId xmlns:p14="http://schemas.microsoft.com/office/powerpoint/2010/main" val="2092209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E5D894-FDF3-2461-703A-27804716608C}"/>
              </a:ext>
            </a:extLst>
          </p:cNvPr>
          <p:cNvSpPr>
            <a:spLocks noGrp="1"/>
          </p:cNvSpPr>
          <p:nvPr>
            <p:ph type="dt" sz="half" idx="10"/>
          </p:nvPr>
        </p:nvSpPr>
        <p:spPr/>
        <p:txBody>
          <a:bodyPr/>
          <a:lstStyle>
            <a:lvl1pPr>
              <a:defRPr/>
            </a:lvl1pPr>
          </a:lstStyle>
          <a:p>
            <a:pPr>
              <a:defRPr/>
            </a:pPr>
            <a:fld id="{356F7F07-BB98-4BE8-8546-794CC70B87B3}"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4F65F589-0500-11B4-576E-DD5985202F4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7F601F-F626-FD5A-C79F-3BDEEB2A11AF}"/>
              </a:ext>
            </a:extLst>
          </p:cNvPr>
          <p:cNvSpPr>
            <a:spLocks noGrp="1"/>
          </p:cNvSpPr>
          <p:nvPr>
            <p:ph type="sldNum" sz="quarter" idx="12"/>
          </p:nvPr>
        </p:nvSpPr>
        <p:spPr/>
        <p:txBody>
          <a:bodyPr/>
          <a:lstStyle>
            <a:lvl1pPr>
              <a:defRPr/>
            </a:lvl1pPr>
          </a:lstStyle>
          <a:p>
            <a:pPr>
              <a:defRPr/>
            </a:pPr>
            <a:fld id="{83BDDC9B-1194-4DAC-8F6B-45A3D955A597}" type="slidenum">
              <a:rPr lang="en-US"/>
              <a:pPr>
                <a:defRPr/>
              </a:pPr>
              <a:t>‹#›</a:t>
            </a:fld>
            <a:endParaRPr lang="en-US" dirty="0"/>
          </a:p>
        </p:txBody>
      </p:sp>
    </p:spTree>
    <p:extLst>
      <p:ext uri="{BB962C8B-B14F-4D97-AF65-F5344CB8AC3E}">
        <p14:creationId xmlns:p14="http://schemas.microsoft.com/office/powerpoint/2010/main" val="2186749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1CE538-B1ED-0652-B187-CB34BB694BCE}"/>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364F6780-FEF1-FA77-2E1C-8B747B640553}"/>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ACC88CDD-63C3-F0F2-7273-0692B3F7948B}"/>
              </a:ext>
            </a:extLst>
          </p:cNvPr>
          <p:cNvSpPr>
            <a:spLocks noGrp="1"/>
          </p:cNvSpPr>
          <p:nvPr>
            <p:ph type="dt" sz="half" idx="14"/>
          </p:nvPr>
        </p:nvSpPr>
        <p:spPr/>
        <p:txBody>
          <a:bodyPr/>
          <a:lstStyle>
            <a:lvl1pPr>
              <a:defRPr/>
            </a:lvl1pPr>
          </a:lstStyle>
          <a:p>
            <a:pPr>
              <a:defRPr/>
            </a:pPr>
            <a:fld id="{C86FCA1D-E9BB-43FD-A858-C2D1DCBF68C7}" type="datetimeFigureOut">
              <a:rPr lang="en-US"/>
              <a:pPr>
                <a:defRPr/>
              </a:pPr>
              <a:t>4/17/2026</a:t>
            </a:fld>
            <a:endParaRPr lang="en-US" dirty="0"/>
          </a:p>
        </p:txBody>
      </p:sp>
      <p:sp>
        <p:nvSpPr>
          <p:cNvPr id="7" name="Footer Placeholder 4">
            <a:extLst>
              <a:ext uri="{FF2B5EF4-FFF2-40B4-BE49-F238E27FC236}">
                <a16:creationId xmlns:a16="http://schemas.microsoft.com/office/drawing/2014/main" id="{607FBC9B-F5B1-695F-C967-9925A585829B}"/>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8B5B930-24AD-246D-5E81-94243C94B4E9}"/>
              </a:ext>
            </a:extLst>
          </p:cNvPr>
          <p:cNvSpPr>
            <a:spLocks noGrp="1"/>
          </p:cNvSpPr>
          <p:nvPr>
            <p:ph type="sldNum" sz="quarter" idx="16"/>
          </p:nvPr>
        </p:nvSpPr>
        <p:spPr/>
        <p:txBody>
          <a:bodyPr/>
          <a:lstStyle>
            <a:lvl1pPr>
              <a:defRPr/>
            </a:lvl1pPr>
          </a:lstStyle>
          <a:p>
            <a:pPr>
              <a:defRPr/>
            </a:pPr>
            <a:fld id="{B7C4C42E-928F-4903-AD10-E33E480398EA}" type="slidenum">
              <a:rPr lang="en-US"/>
              <a:pPr>
                <a:defRPr/>
              </a:pPr>
              <a:t>‹#›</a:t>
            </a:fld>
            <a:endParaRPr lang="en-US" dirty="0"/>
          </a:p>
        </p:txBody>
      </p:sp>
    </p:spTree>
    <p:extLst>
      <p:ext uri="{BB962C8B-B14F-4D97-AF65-F5344CB8AC3E}">
        <p14:creationId xmlns:p14="http://schemas.microsoft.com/office/powerpoint/2010/main" val="3323199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1F712C-C4E1-8CCC-107E-59C8674B0FBE}"/>
              </a:ext>
            </a:extLst>
          </p:cNvPr>
          <p:cNvSpPr>
            <a:spLocks noGrp="1"/>
          </p:cNvSpPr>
          <p:nvPr>
            <p:ph type="dt" sz="half" idx="14"/>
          </p:nvPr>
        </p:nvSpPr>
        <p:spPr/>
        <p:txBody>
          <a:bodyPr/>
          <a:lstStyle>
            <a:lvl1pPr>
              <a:defRPr/>
            </a:lvl1pPr>
          </a:lstStyle>
          <a:p>
            <a:pPr>
              <a:defRPr/>
            </a:pPr>
            <a:fld id="{57C3739C-A1F6-4AB3-8E89-BCC373A3959D}"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9633E5B7-C8F8-725B-C2A8-B54335AB6182}"/>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71CBBA-1D3E-2B24-D4B0-389AE3D0F91B}"/>
              </a:ext>
            </a:extLst>
          </p:cNvPr>
          <p:cNvSpPr>
            <a:spLocks noGrp="1"/>
          </p:cNvSpPr>
          <p:nvPr>
            <p:ph type="sldNum" sz="quarter" idx="16"/>
          </p:nvPr>
        </p:nvSpPr>
        <p:spPr/>
        <p:txBody>
          <a:bodyPr/>
          <a:lstStyle>
            <a:lvl1pPr>
              <a:defRPr/>
            </a:lvl1pPr>
          </a:lstStyle>
          <a:p>
            <a:pPr>
              <a:defRPr/>
            </a:pPr>
            <a:fld id="{E6CC8F49-3657-48D2-8095-C6DFFAB7E4ED}" type="slidenum">
              <a:rPr lang="en-US"/>
              <a:pPr>
                <a:defRPr/>
              </a:pPr>
              <a:t>‹#›</a:t>
            </a:fld>
            <a:endParaRPr lang="en-US" dirty="0"/>
          </a:p>
        </p:txBody>
      </p:sp>
    </p:spTree>
    <p:extLst>
      <p:ext uri="{BB962C8B-B14F-4D97-AF65-F5344CB8AC3E}">
        <p14:creationId xmlns:p14="http://schemas.microsoft.com/office/powerpoint/2010/main" val="769068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959F395-5337-FE75-3975-5B41580FF3DF}"/>
              </a:ext>
            </a:extLst>
          </p:cNvPr>
          <p:cNvSpPr>
            <a:spLocks noGrp="1"/>
          </p:cNvSpPr>
          <p:nvPr>
            <p:ph type="dt" sz="half" idx="10"/>
          </p:nvPr>
        </p:nvSpPr>
        <p:spPr/>
        <p:txBody>
          <a:bodyPr/>
          <a:lstStyle>
            <a:lvl1pPr>
              <a:defRPr/>
            </a:lvl1pPr>
          </a:lstStyle>
          <a:p>
            <a:pPr>
              <a:defRPr/>
            </a:pPr>
            <a:fld id="{EB4E9A0C-C58F-4C41-88AF-F250FE4F09CE}"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D3FA5DCF-AA15-1F94-81EA-2AB582D4C5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AFCD6CD-F726-1259-5D31-6670326DB598}"/>
              </a:ext>
            </a:extLst>
          </p:cNvPr>
          <p:cNvSpPr>
            <a:spLocks noGrp="1"/>
          </p:cNvSpPr>
          <p:nvPr>
            <p:ph type="sldNum" sz="quarter" idx="12"/>
          </p:nvPr>
        </p:nvSpPr>
        <p:spPr/>
        <p:txBody>
          <a:bodyPr/>
          <a:lstStyle>
            <a:lvl1pPr>
              <a:defRPr/>
            </a:lvl1pPr>
          </a:lstStyle>
          <a:p>
            <a:pPr>
              <a:defRPr/>
            </a:pPr>
            <a:fld id="{617198E4-80DF-4916-B379-D88B383A58DB}" type="slidenum">
              <a:rPr lang="en-US"/>
              <a:pPr>
                <a:defRPr/>
              </a:pPr>
              <a:t>‹#›</a:t>
            </a:fld>
            <a:endParaRPr lang="en-US" dirty="0"/>
          </a:p>
        </p:txBody>
      </p:sp>
    </p:spTree>
    <p:extLst>
      <p:ext uri="{BB962C8B-B14F-4D97-AF65-F5344CB8AC3E}">
        <p14:creationId xmlns:p14="http://schemas.microsoft.com/office/powerpoint/2010/main" val="1790206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46E6D3-CFD9-DCCE-A66B-76B93B886EFF}"/>
              </a:ext>
            </a:extLst>
          </p:cNvPr>
          <p:cNvSpPr>
            <a:spLocks noGrp="1"/>
          </p:cNvSpPr>
          <p:nvPr>
            <p:ph type="dt" sz="half" idx="10"/>
          </p:nvPr>
        </p:nvSpPr>
        <p:spPr/>
        <p:txBody>
          <a:bodyPr/>
          <a:lstStyle>
            <a:lvl1pPr>
              <a:defRPr/>
            </a:lvl1pPr>
          </a:lstStyle>
          <a:p>
            <a:pPr>
              <a:defRPr/>
            </a:pPr>
            <a:fld id="{73A83DCF-0BFB-4822-91B9-D67C0A68077D}"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36140A46-E67F-1642-6E2F-830082E4DE7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CA17A4B-A85D-49E4-4412-107AA150123A}"/>
              </a:ext>
            </a:extLst>
          </p:cNvPr>
          <p:cNvSpPr>
            <a:spLocks noGrp="1"/>
          </p:cNvSpPr>
          <p:nvPr>
            <p:ph type="sldNum" sz="quarter" idx="12"/>
          </p:nvPr>
        </p:nvSpPr>
        <p:spPr/>
        <p:txBody>
          <a:bodyPr/>
          <a:lstStyle>
            <a:lvl1pPr>
              <a:defRPr/>
            </a:lvl1pPr>
          </a:lstStyle>
          <a:p>
            <a:pPr>
              <a:defRPr/>
            </a:pPr>
            <a:fld id="{557C4707-FB41-4D2E-8315-7BF71CC08952}" type="slidenum">
              <a:rPr lang="en-US"/>
              <a:pPr>
                <a:defRPr/>
              </a:pPr>
              <a:t>‹#›</a:t>
            </a:fld>
            <a:endParaRPr lang="en-US" dirty="0"/>
          </a:p>
        </p:txBody>
      </p:sp>
    </p:spTree>
    <p:extLst>
      <p:ext uri="{BB962C8B-B14F-4D97-AF65-F5344CB8AC3E}">
        <p14:creationId xmlns:p14="http://schemas.microsoft.com/office/powerpoint/2010/main" val="3838766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2C969641-0D79-931D-2259-709F6E0CD42E}"/>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07DCCD53-A83D-7393-E5F8-09DFF13090B0}"/>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74F37906-1E4D-647F-0046-845204E45E4F}"/>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D4F7A8C-1028-EB75-86EA-1CE9650B49D2}"/>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A3A7559D-7538-7EF9-7473-B21694A59015}"/>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2BB2F3C1-9A58-25BB-B298-8AF962ACEE35}"/>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2F1B2504-F38D-4D20-F283-9750A7709C9B}"/>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42B30120-4C6C-B913-1AFB-1DC6BBB33359}"/>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D76C70E8-8DA7-71AF-7E15-01507D6A223D}"/>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A25154C5-6BBB-0115-E3EB-D2A42FF8974B}"/>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EAD0BC21-D77D-687C-6924-07C75AAF7C0E}"/>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C8198FA7-9027-5EB6-342B-A317F7BB3762}"/>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60144BE2-1965-31BD-972B-3064807D3153}"/>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1E493C3-D0DA-EC53-68E8-D91EB9CED2DA}"/>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7C596D44-F328-4EDC-BE58-5EFB4BD6194E}" type="datetimeFigureOut">
              <a:rPr lang="en-US"/>
              <a:pPr>
                <a:defRPr/>
              </a:pPr>
              <a:t>4/17/2026</a:t>
            </a:fld>
            <a:endParaRPr lang="en-US" dirty="0"/>
          </a:p>
        </p:txBody>
      </p:sp>
      <p:sp>
        <p:nvSpPr>
          <p:cNvPr id="5" name="Footer Placeholder 4">
            <a:extLst>
              <a:ext uri="{FF2B5EF4-FFF2-40B4-BE49-F238E27FC236}">
                <a16:creationId xmlns:a16="http://schemas.microsoft.com/office/drawing/2014/main" id="{CD5B488B-468A-7E4B-99F3-E034C57A6301}"/>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6C6365D-3C61-4716-7E34-337352330EFA}"/>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EAB3174E-BF57-4D4B-80AF-04F195D59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67"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8" r:id="rId11"/>
    <p:sldLayoutId id="2147483963" r:id="rId12"/>
    <p:sldLayoutId id="2147483969" r:id="rId13"/>
    <p:sldLayoutId id="2147483964" r:id="rId14"/>
    <p:sldLayoutId id="2147483965" r:id="rId15"/>
    <p:sldLayoutId id="2147483966"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sdgs.un.org/goals"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semanticscholar.or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smsjournals.com/" TargetMode="External"/><Relationship Id="rId5" Type="http://schemas.openxmlformats.org/officeDocument/2006/relationships/hyperlink" Target="https://ijcsrr.org/" TargetMode="External"/><Relationship Id="rId4" Type="http://schemas.openxmlformats.org/officeDocument/2006/relationships/hyperlink" Target="https://www.ijsr.ne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74EA00A7-67F5-B2E4-31EE-E199F27C9209}"/>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D2549879-0D19-6859-50C1-AB9920EA2C8A}"/>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a:extLst>
              <a:ext uri="{FF2B5EF4-FFF2-40B4-BE49-F238E27FC236}">
                <a16:creationId xmlns:a16="http://schemas.microsoft.com/office/drawing/2014/main" id="{406D98A8-CABC-5DC7-97EA-47DC252D7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79388"/>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1">
            <a:extLst>
              <a:ext uri="{FF2B5EF4-FFF2-40B4-BE49-F238E27FC236}">
                <a16:creationId xmlns:a16="http://schemas.microsoft.com/office/drawing/2014/main" id="{0E23206B-A707-AA73-BE4C-414FBF334ED6}"/>
              </a:ext>
            </a:extLst>
          </p:cNvPr>
          <p:cNvSpPr txBox="1">
            <a:spLocks noChangeArrowheads="1"/>
          </p:cNvSpPr>
          <p:nvPr/>
        </p:nvSpPr>
        <p:spPr bwMode="auto">
          <a:xfrm>
            <a:off x="647824" y="2518119"/>
            <a:ext cx="8569325" cy="4993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lnSpc>
                <a:spcPct val="20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Theme- </a:t>
            </a:r>
            <a:r>
              <a:rPr lang="en-US" altLang="en-US" b="1" dirty="0">
                <a:latin typeface="Times New Roman" panose="02020603050405020304" pitchFamily="18" charset="0"/>
                <a:cs typeface="Times New Roman" panose="02020603050405020304" pitchFamily="18" charset="0"/>
                <a:hlinkClick r:id="rId4"/>
              </a:rPr>
              <a:t>SDG Goals</a:t>
            </a:r>
            <a:r>
              <a:rPr lang="en-US" altLang="en-US" b="1" dirty="0">
                <a:latin typeface="Times New Roman" panose="02020603050405020304" pitchFamily="18" charset="0"/>
                <a:cs typeface="Times New Roman" panose="02020603050405020304" pitchFamily="18" charset="0"/>
              </a:rPr>
              <a:t> : SDG 9 (</a:t>
            </a:r>
            <a:r>
              <a:rPr lang="en-US" altLang="en-US" b="1" dirty="0" err="1">
                <a:latin typeface="Times New Roman" panose="02020603050405020304" pitchFamily="18" charset="0"/>
                <a:cs typeface="Times New Roman" panose="02020603050405020304" pitchFamily="18" charset="0"/>
              </a:rPr>
              <a:t>Industry,Innovation</a:t>
            </a:r>
            <a:r>
              <a:rPr lang="en-US" altLang="en-US" b="1" dirty="0">
                <a:latin typeface="Times New Roman" panose="02020603050405020304" pitchFamily="18" charset="0"/>
                <a:cs typeface="Times New Roman" panose="02020603050405020304" pitchFamily="18" charset="0"/>
              </a:rPr>
              <a:t> and Infrastructure) AND SDG 12 (Responsible Consumption and Production)</a:t>
            </a:r>
          </a:p>
          <a:p>
            <a:pPr algn="just">
              <a:lnSpc>
                <a:spcPct val="20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Category- Software</a:t>
            </a:r>
          </a:p>
          <a:p>
            <a:pPr algn="just">
              <a:lnSpc>
                <a:spcPct val="20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Group No - 10</a:t>
            </a:r>
          </a:p>
          <a:p>
            <a:pPr algn="just">
              <a:lnSpc>
                <a:spcPct val="20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Group Members- </a:t>
            </a:r>
            <a:r>
              <a:rPr lang="en-US" altLang="en-US" b="1" dirty="0" err="1">
                <a:latin typeface="Times New Roman" panose="02020603050405020304" pitchFamily="18" charset="0"/>
                <a:cs typeface="Times New Roman" panose="02020603050405020304" pitchFamily="18" charset="0"/>
              </a:rPr>
              <a:t>Vedang</a:t>
            </a:r>
            <a:r>
              <a:rPr lang="en-US" altLang="en-US" b="1" dirty="0">
                <a:latin typeface="Times New Roman" panose="02020603050405020304" pitchFamily="18" charset="0"/>
                <a:cs typeface="Times New Roman" panose="02020603050405020304" pitchFamily="18" charset="0"/>
              </a:rPr>
              <a:t> Karmalkar (24106004)</a:t>
            </a:r>
          </a:p>
          <a:p>
            <a:pPr marL="0" indent="0" algn="just">
              <a:lnSpc>
                <a:spcPct val="200000"/>
              </a:lnSpc>
            </a:pPr>
            <a:r>
              <a:rPr lang="en-US" altLang="en-US" b="1" dirty="0">
                <a:latin typeface="Times New Roman" panose="02020603050405020304" pitchFamily="18" charset="0"/>
                <a:cs typeface="Times New Roman" panose="02020603050405020304" pitchFamily="18" charset="0"/>
              </a:rPr>
              <a:t>				   Vinay </a:t>
            </a:r>
            <a:r>
              <a:rPr lang="en-US" altLang="en-US" b="1" dirty="0" err="1">
                <a:latin typeface="Times New Roman" panose="02020603050405020304" pitchFamily="18" charset="0"/>
                <a:cs typeface="Times New Roman" panose="02020603050405020304" pitchFamily="18" charset="0"/>
              </a:rPr>
              <a:t>Handge</a:t>
            </a:r>
            <a:r>
              <a:rPr lang="en-US" altLang="en-US" b="1" dirty="0">
                <a:latin typeface="Times New Roman" panose="02020603050405020304" pitchFamily="18" charset="0"/>
                <a:cs typeface="Times New Roman" panose="02020603050405020304" pitchFamily="18" charset="0"/>
              </a:rPr>
              <a:t> (24106114)</a:t>
            </a:r>
          </a:p>
          <a:p>
            <a:pPr marL="0" indent="0" algn="just">
              <a:lnSpc>
                <a:spcPct val="200000"/>
              </a:lnSpc>
            </a:pPr>
            <a:r>
              <a:rPr lang="en-US" altLang="en-US" b="1" dirty="0">
                <a:latin typeface="Times New Roman" panose="02020603050405020304" pitchFamily="18" charset="0"/>
                <a:cs typeface="Times New Roman" panose="02020603050405020304" pitchFamily="18" charset="0"/>
              </a:rPr>
              <a:t>				    Suraj Gupta (24106049)</a:t>
            </a:r>
          </a:p>
          <a:p>
            <a:pPr marL="0" indent="0" algn="just">
              <a:lnSpc>
                <a:spcPct val="200000"/>
              </a:lnSpc>
            </a:pPr>
            <a:r>
              <a:rPr lang="en-US" altLang="en-US" b="1" dirty="0">
                <a:latin typeface="Times New Roman" panose="02020603050405020304" pitchFamily="18" charset="0"/>
                <a:cs typeface="Times New Roman" panose="02020603050405020304" pitchFamily="18" charset="0"/>
              </a:rPr>
              <a:t>				    Prince Gupta (24106087)</a:t>
            </a:r>
          </a:p>
          <a:p>
            <a:pPr algn="just">
              <a:lnSpc>
                <a:spcPct val="20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Guide- Prof. Vijaya Bharathi Jagan</a:t>
            </a:r>
          </a:p>
        </p:txBody>
      </p:sp>
      <p:sp>
        <p:nvSpPr>
          <p:cNvPr id="4" name="Title 7">
            <a:extLst>
              <a:ext uri="{FF2B5EF4-FFF2-40B4-BE49-F238E27FC236}">
                <a16:creationId xmlns:a16="http://schemas.microsoft.com/office/drawing/2014/main" id="{C1DF1575-DAEF-2FC0-1AA4-06CFBE9FCED8}"/>
              </a:ext>
            </a:extLst>
          </p:cNvPr>
          <p:cNvSpPr txBox="1">
            <a:spLocks/>
          </p:cNvSpPr>
          <p:nvPr/>
        </p:nvSpPr>
        <p:spPr bwMode="auto">
          <a:xfrm>
            <a:off x="1116013" y="2044700"/>
            <a:ext cx="7200900" cy="571500"/>
          </a:xfrm>
          <a:prstGeom prst="rect">
            <a:avLst/>
          </a:prstGeom>
          <a:noFill/>
          <a:ln>
            <a:noFill/>
          </a:ln>
        </p:spPr>
        <p:txBody>
          <a:bodyPr>
            <a:normAutofit fontScale="25000" lnSpcReduction="20000"/>
          </a:bodyPr>
          <a:lstStyle>
            <a:lvl1pPr algn="l" defTabSz="503238" rtl="0" eaLnBrk="0" fontAlgn="base" hangingPunct="0">
              <a:spcBef>
                <a:spcPct val="0"/>
              </a:spcBef>
              <a:spcAft>
                <a:spcPct val="0"/>
              </a:spcAft>
              <a:defRPr sz="3968"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r>
              <a:rPr lang="en-IN" sz="2400" dirty="0">
                <a:latin typeface="Times New Roman" panose="02020603050405020304" pitchFamily="18" charset="0"/>
                <a:cs typeface="Times New Roman" panose="02020603050405020304" pitchFamily="18" charset="0"/>
              </a:rPr>
              <a:t>	</a:t>
            </a:r>
            <a:br>
              <a:rPr lang="en-IN" sz="2400" dirty="0">
                <a:latin typeface="Times New Roman" panose="02020603050405020304" pitchFamily="18" charset="0"/>
                <a:cs typeface="Times New Roman" panose="02020603050405020304" pitchFamily="18" charset="0"/>
              </a:rPr>
            </a:br>
            <a:r>
              <a:rPr lang="en-US" sz="14400" b="1" dirty="0">
                <a:solidFill>
                  <a:schemeClr val="tx1"/>
                </a:solidFill>
                <a:latin typeface="Times New Roman" panose="02020603050405020304" pitchFamily="18" charset="0"/>
                <a:cs typeface="Times New Roman" panose="02020603050405020304" pitchFamily="18" charset="0"/>
              </a:rPr>
              <a:t>Canteen Ordering System</a:t>
            </a:r>
            <a:endParaRPr lang="en-IN" sz="14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66F97DEC-FC99-E72A-B2D5-24A0DC3BA61C}"/>
              </a:ext>
            </a:extLst>
          </p:cNvPr>
          <p:cNvSpPr>
            <a:spLocks noChangeArrowheads="1"/>
          </p:cNvSpPr>
          <p:nvPr/>
        </p:nvSpPr>
        <p:spPr bwMode="auto">
          <a:xfrm>
            <a:off x="792163" y="2508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12291" name="Content Placeholder 2">
            <a:extLst>
              <a:ext uri="{FF2B5EF4-FFF2-40B4-BE49-F238E27FC236}">
                <a16:creationId xmlns:a16="http://schemas.microsoft.com/office/drawing/2014/main" id="{797341BB-4B1C-DF2E-CA66-E6DBE4B9E23E}"/>
              </a:ext>
            </a:extLst>
          </p:cNvPr>
          <p:cNvSpPr txBox="1">
            <a:spLocks noChangeArrowheads="1"/>
          </p:cNvSpPr>
          <p:nvPr/>
        </p:nvSpPr>
        <p:spPr bwMode="auto">
          <a:xfrm>
            <a:off x="359792" y="1259557"/>
            <a:ext cx="9251950"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defTabSz="914400">
              <a:spcBef>
                <a:spcPct val="20000"/>
              </a:spcBef>
              <a:buClrTx/>
              <a:buSzTx/>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Currently, students must physically go to the counter to place orders and pay.</a:t>
            </a:r>
          </a:p>
          <a:p>
            <a:pPr defTabSz="914400">
              <a:spcBef>
                <a:spcPct val="20000"/>
              </a:spcBef>
              <a:buClrTx/>
              <a:buSzTx/>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process relies entirely on manual ordering and waiting near the counter.</a:t>
            </a:r>
          </a:p>
          <a:p>
            <a:pPr defTabSz="914400">
              <a:spcBef>
                <a:spcPct val="20000"/>
              </a:spcBef>
              <a:buClrTx/>
              <a:buSzTx/>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Recess breaks are short, and students need to eat quickly to return to class.</a:t>
            </a:r>
          </a:p>
          <a:p>
            <a:pPr defTabSz="914400">
              <a:spcBef>
                <a:spcPct val="20000"/>
              </a:spcBef>
              <a:buClrTx/>
              <a:buSzTx/>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Lunch breaks should be for relaxing and eating, not for struggling in a crowd.</a:t>
            </a:r>
          </a:p>
          <a:p>
            <a:pPr defTabSz="914400">
              <a:spcBef>
                <a:spcPct val="20000"/>
              </a:spcBef>
              <a:buClrTx/>
              <a:buSzTx/>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Overcrowding:</a:t>
            </a:r>
            <a:r>
              <a:rPr lang="en-US" sz="2400" dirty="0">
                <a:latin typeface="Times New Roman" panose="02020603050405020304" pitchFamily="18" charset="0"/>
                <a:cs typeface="Times New Roman" panose="02020603050405020304" pitchFamily="18" charset="0"/>
              </a:rPr>
              <a:t> The counter gets blocked by students waiting to order or collect food.</a:t>
            </a:r>
          </a:p>
          <a:p>
            <a:pPr defTabSz="914400">
              <a:spcBef>
                <a:spcPct val="20000"/>
              </a:spcBef>
              <a:buClrTx/>
              <a:buSzTx/>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Wasted Time:</a:t>
            </a:r>
            <a:r>
              <a:rPr lang="en-US" sz="2400" dirty="0">
                <a:latin typeface="Times New Roman" panose="02020603050405020304" pitchFamily="18" charset="0"/>
                <a:cs typeface="Times New Roman" panose="02020603050405020304" pitchFamily="18" charset="0"/>
              </a:rPr>
              <a:t> A large part of the break is lost just standing in the queue.</a:t>
            </a:r>
          </a:p>
          <a:p>
            <a:pPr defTabSz="914400">
              <a:spcBef>
                <a:spcPct val="20000"/>
              </a:spcBef>
              <a:buClrTx/>
              <a:buSzTx/>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Confusion:</a:t>
            </a:r>
            <a:r>
              <a:rPr lang="en-US" sz="2400" dirty="0">
                <a:latin typeface="Times New Roman" panose="02020603050405020304" pitchFamily="18" charset="0"/>
                <a:cs typeface="Times New Roman" panose="02020603050405020304" pitchFamily="18" charset="0"/>
              </a:rPr>
              <a:t> Without a display system, students have to ask staff repeatedly if their food is ready.</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EED61-644D-2231-6D67-94D14ED43107}"/>
              </a:ext>
            </a:extLst>
          </p:cNvPr>
          <p:cNvSpPr>
            <a:spLocks noGrp="1"/>
          </p:cNvSpPr>
          <p:nvPr>
            <p:ph type="title"/>
          </p:nvPr>
        </p:nvSpPr>
        <p:spPr/>
        <p:txBody>
          <a:bodyPr/>
          <a:lstStyle/>
          <a:p>
            <a:pPr>
              <a:defRPr/>
            </a:pPr>
            <a:r>
              <a:rPr lang="en-IN" sz="3600" b="1" dirty="0">
                <a:solidFill>
                  <a:schemeClr val="tx1">
                    <a:lumMod val="95000"/>
                    <a:lumOff val="5000"/>
                  </a:schemeClr>
                </a:solidFill>
                <a:latin typeface="Times New Roman" panose="02020603050405020304" pitchFamily="18" charset="0"/>
                <a:cs typeface="Times New Roman" panose="02020603050405020304" pitchFamily="18" charset="0"/>
              </a:rPr>
              <a:t>Objectives</a:t>
            </a:r>
            <a:r>
              <a:rPr lang="en-IN" sz="36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8D751362-29B4-0608-16B5-7A58BF0689B0}"/>
              </a:ext>
            </a:extLst>
          </p:cNvPr>
          <p:cNvSpPr>
            <a:spLocks noGrp="1"/>
          </p:cNvSpPr>
          <p:nvPr>
            <p:ph idx="1"/>
          </p:nvPr>
        </p:nvSpPr>
        <p:spPr>
          <a:xfrm>
            <a:off x="671512" y="1835150"/>
            <a:ext cx="7537152" cy="5545138"/>
          </a:xfrm>
        </p:spPr>
        <p:txBody>
          <a:bodyPr/>
          <a:lstStyle/>
          <a:p>
            <a:pPr>
              <a:buFont typeface="Wingdings" panose="05000000000000000000" pitchFamily="2" charset="2"/>
              <a:buChar char="v"/>
              <a:defRPr/>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To bridge the gap between students and canteen administration via a web-based platform</a:t>
            </a:r>
          </a:p>
          <a:p>
            <a:pPr>
              <a:buFont typeface="Wingdings" panose="05000000000000000000" pitchFamily="2" charset="2"/>
              <a:buChar char="v"/>
              <a:defRPr/>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To reduce manual billing errors and miscommunication.</a:t>
            </a:r>
          </a:p>
          <a:p>
            <a:pPr>
              <a:buFont typeface="Wingdings" panose="05000000000000000000" pitchFamily="2" charset="2"/>
              <a:buChar char="v"/>
              <a:defRPr/>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To eliminate long queues during peak break hours.</a:t>
            </a:r>
          </a:p>
          <a:p>
            <a:pPr>
              <a:buFont typeface="Wingdings" panose="05000000000000000000" pitchFamily="2" charset="2"/>
              <a:buChar char="v"/>
              <a:defRPr/>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To enable students pre-order and schedule food pickup.</a:t>
            </a:r>
          </a:p>
          <a:p>
            <a:pPr>
              <a:buFont typeface="Wingdings" panose="05000000000000000000" pitchFamily="2" charset="2"/>
              <a:buChar char="v"/>
              <a:defRPr/>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To improve overall efficiency of canteen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5AAD29ED-69FB-5E86-D8DD-E6F0937A8C42}"/>
              </a:ext>
            </a:extLst>
          </p:cNvPr>
          <p:cNvSpPr>
            <a:spLocks noChangeArrowheads="1"/>
          </p:cNvSpPr>
          <p:nvPr/>
        </p:nvSpPr>
        <p:spPr bwMode="auto">
          <a:xfrm>
            <a:off x="217488" y="222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Literature Survey </a:t>
            </a:r>
          </a:p>
        </p:txBody>
      </p:sp>
      <p:sp>
        <p:nvSpPr>
          <p:cNvPr id="18435" name="Rectangle 2">
            <a:extLst>
              <a:ext uri="{FF2B5EF4-FFF2-40B4-BE49-F238E27FC236}">
                <a16:creationId xmlns:a16="http://schemas.microsoft.com/office/drawing/2014/main" id="{753CB0FE-9EDA-6140-2BFC-0A32A12CACE7}"/>
              </a:ext>
            </a:extLst>
          </p:cNvPr>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342900" indent="-342900" algn="just" defTabSz="914400">
              <a:spcBef>
                <a:spcPct val="20000"/>
              </a:spcBef>
              <a:buFont typeface="Arial" panose="020B0604020202020204" pitchFamily="34" charset="0"/>
              <a:buNone/>
              <a:tabLst/>
              <a:defRPr/>
            </a:pPr>
            <a:endParaRPr lang="en-US" altLang="en-US" sz="2400" b="1" dirty="0">
              <a:solidFill>
                <a:sysClr val="windowText" lastClr="000000"/>
              </a:solidFill>
              <a:latin typeface="Times New Roman" panose="02020603050405020304" pitchFamily="18" charset="0"/>
              <a:cs typeface="Times New Roman" panose="02020603050405020304" pitchFamily="18" charset="0"/>
            </a:endParaRPr>
          </a:p>
          <a:p>
            <a:pPr marL="342900" indent="-342900" algn="just" defTabSz="914400">
              <a:spcBef>
                <a:spcPct val="20000"/>
              </a:spcBef>
              <a:buFont typeface="Arial" panose="020B0604020202020204" pitchFamily="34" charset="0"/>
              <a:buChar char="•"/>
              <a:tabLst/>
              <a:defRPr/>
            </a:pPr>
            <a:endParaRPr lang="en-US" altLang="en-US" sz="2400" dirty="0">
              <a:solidFill>
                <a:prstClr val="black"/>
              </a:solidFill>
              <a:latin typeface="Times New Roman" panose="02020603050405020304" pitchFamily="18" charset="0"/>
              <a:cs typeface="Times New Roman" panose="02020603050405020304" pitchFamily="18" charset="0"/>
            </a:endParaRPr>
          </a:p>
          <a:p>
            <a:pPr eaLnBrk="1" hangingPunct="1">
              <a:lnSpc>
                <a:spcPct val="93000"/>
              </a:lnSpc>
              <a:spcAft>
                <a:spcPts val="1413"/>
              </a:spcAft>
              <a:defRPr/>
            </a:pPr>
            <a:r>
              <a:rPr lang="en-IN" altLang="en-US" sz="3600" i="1" dirty="0">
                <a:solidFill>
                  <a:srgbClr val="FF0000"/>
                </a:solidFill>
                <a:latin typeface="Times New Roman" panose="02020603050405020304" pitchFamily="18" charset="0"/>
                <a:cs typeface="Times New Roman" panose="02020603050405020304" pitchFamily="18" charset="0"/>
              </a:rPr>
              <a:t>		</a:t>
            </a:r>
            <a:endParaRPr lang="en-IN" altLang="en-US" sz="3600"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F131F3D-A5AE-B18B-F1F2-DB0BE899C8DB}"/>
              </a:ext>
            </a:extLst>
          </p:cNvPr>
          <p:cNvGraphicFramePr>
            <a:graphicFrameLocks noGrp="1"/>
          </p:cNvGraphicFramePr>
          <p:nvPr>
            <p:extLst>
              <p:ext uri="{D42A27DB-BD31-4B8C-83A1-F6EECF244321}">
                <p14:modId xmlns:p14="http://schemas.microsoft.com/office/powerpoint/2010/main" val="1237668598"/>
              </p:ext>
            </p:extLst>
          </p:nvPr>
        </p:nvGraphicFramePr>
        <p:xfrm>
          <a:off x="144463" y="1155700"/>
          <a:ext cx="9144000" cy="6255931"/>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800005">
                <a:tc>
                  <a:txBody>
                    <a:bodyPr/>
                    <a:lstStyle/>
                    <a:p>
                      <a:r>
                        <a:rPr lang="en-IN" sz="2000" dirty="0">
                          <a:latin typeface="Times New Roman" panose="02020603050405020304" pitchFamily="18" charset="0"/>
                          <a:cs typeface="Times New Roman" panose="02020603050405020304" pitchFamily="18" charset="0"/>
                        </a:rPr>
                        <a:t>Author &amp; Year</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Techniques used</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Dataset Used</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Key Results</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Limitations</a:t>
                      </a:r>
                    </a:p>
                  </a:txBody>
                  <a:tcPr marL="91430" marR="91430" marT="45721" marB="45721"/>
                </a:tc>
                <a:extLst>
                  <a:ext uri="{0D108BD9-81ED-4DB2-BD59-A6C34878D82A}">
                    <a16:rowId xmlns:a16="http://schemas.microsoft.com/office/drawing/2014/main" val="10000"/>
                  </a:ext>
                </a:extLst>
              </a:tr>
              <a:tr h="2208214">
                <a:tc>
                  <a:txBody>
                    <a:bodyPr/>
                    <a:lstStyle/>
                    <a:p>
                      <a:r>
                        <a:rPr lang="en-IN" sz="2000" dirty="0" err="1">
                          <a:latin typeface="Times New Roman" panose="02020603050405020304" pitchFamily="18" charset="0"/>
                          <a:cs typeface="Times New Roman" panose="02020603050405020304" pitchFamily="18" charset="0"/>
                        </a:rPr>
                        <a:t>Kale,R.B,R.k</a:t>
                      </a:r>
                      <a:r>
                        <a:rPr lang="en-IN" sz="2000" dirty="0">
                          <a:latin typeface="Times New Roman" panose="02020603050405020304" pitchFamily="18" charset="0"/>
                          <a:cs typeface="Times New Roman" panose="02020603050405020304" pitchFamily="18" charset="0"/>
                        </a:rPr>
                        <a:t>,&amp; </a:t>
                      </a:r>
                      <a:r>
                        <a:rPr lang="en-IN" sz="2000" dirty="0" err="1">
                          <a:latin typeface="Times New Roman" panose="02020603050405020304" pitchFamily="18" charset="0"/>
                          <a:cs typeface="Times New Roman" panose="02020603050405020304" pitchFamily="18" charset="0"/>
                        </a:rPr>
                        <a:t>Gawai,V.B</a:t>
                      </a:r>
                      <a:r>
                        <a:rPr lang="en-IN" sz="2000" dirty="0">
                          <a:latin typeface="Times New Roman" panose="02020603050405020304" pitchFamily="18" charset="0"/>
                          <a:cs typeface="Times New Roman" panose="02020603050405020304" pitchFamily="18" charset="0"/>
                        </a:rPr>
                        <a:t> 2020</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Android based food ordering system with Raspberry </a:t>
                      </a:r>
                      <a:r>
                        <a:rPr lang="en-IN" sz="2000" dirty="0" err="1">
                          <a:latin typeface="Times New Roman" panose="02020603050405020304" pitchFamily="18" charset="0"/>
                          <a:cs typeface="Times New Roman" panose="02020603050405020304" pitchFamily="18" charset="0"/>
                        </a:rPr>
                        <a:t>pi,XAMPP</a:t>
                      </a:r>
                      <a:r>
                        <a:rPr lang="en-IN" sz="2000" dirty="0">
                          <a:latin typeface="Times New Roman" panose="02020603050405020304" pitchFamily="18" charset="0"/>
                          <a:cs typeface="Times New Roman" panose="02020603050405020304" pitchFamily="18" charset="0"/>
                        </a:rPr>
                        <a:t> database.</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Real-time order data generated from student orders via app.</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Reduced queue waiting </a:t>
                      </a:r>
                      <a:r>
                        <a:rPr lang="en-IN" sz="2000" dirty="0" err="1">
                          <a:latin typeface="Times New Roman" panose="02020603050405020304" pitchFamily="18" charset="0"/>
                          <a:cs typeface="Times New Roman" panose="02020603050405020304" pitchFamily="18" charset="0"/>
                        </a:rPr>
                        <a:t>time,Faster</a:t>
                      </a:r>
                      <a:r>
                        <a:rPr lang="en-IN" sz="2000" dirty="0">
                          <a:latin typeface="Times New Roman" panose="02020603050405020304" pitchFamily="18" charset="0"/>
                          <a:cs typeface="Times New Roman" panose="02020603050405020304" pitchFamily="18" charset="0"/>
                        </a:rPr>
                        <a:t> processing compared to manual system.</a:t>
                      </a: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Requires specific hardware installation (Raspberry Pi/Screens) at the counter.</a:t>
                      </a:r>
                      <a:endParaRPr lang="en-IN" sz="2000" dirty="0">
                        <a:latin typeface="Times New Roman" panose="02020603050405020304" pitchFamily="18" charset="0"/>
                        <a:cs typeface="Times New Roman" panose="02020603050405020304" pitchFamily="18" charset="0"/>
                      </a:endParaRPr>
                    </a:p>
                  </a:txBody>
                  <a:tcPr marL="91430" marR="91430" marT="45721" marB="45721"/>
                </a:tc>
                <a:extLst>
                  <a:ext uri="{0D108BD9-81ED-4DB2-BD59-A6C34878D82A}">
                    <a16:rowId xmlns:a16="http://schemas.microsoft.com/office/drawing/2014/main" val="10001"/>
                  </a:ext>
                </a:extLst>
              </a:tr>
              <a:tr h="1603422">
                <a:tc>
                  <a:txBody>
                    <a:bodyPr/>
                    <a:lstStyle/>
                    <a:p>
                      <a:r>
                        <a:rPr lang="en-IN" sz="2000" dirty="0">
                          <a:latin typeface="Times New Roman" panose="02020603050405020304" pitchFamily="18" charset="0"/>
                          <a:cs typeface="Times New Roman" panose="02020603050405020304" pitchFamily="18" charset="0"/>
                        </a:rPr>
                        <a:t>Antony </a:t>
                      </a:r>
                      <a:r>
                        <a:rPr lang="en-IN" sz="2000" dirty="0" err="1">
                          <a:latin typeface="Times New Roman" panose="02020603050405020304" pitchFamily="18" charset="0"/>
                          <a:cs typeface="Times New Roman" panose="02020603050405020304" pitchFamily="18" charset="0"/>
                        </a:rPr>
                        <a:t>C,Biju,A</a:t>
                      </a:r>
                      <a:r>
                        <a:rPr lang="en-IN" sz="2000" dirty="0">
                          <a:latin typeface="Times New Roman" panose="02020603050405020304" pitchFamily="18" charset="0"/>
                          <a:cs typeface="Times New Roman" panose="02020603050405020304" pitchFamily="18" charset="0"/>
                        </a:rPr>
                        <a:t> Kuriakose &amp;</a:t>
                      </a:r>
                    </a:p>
                    <a:p>
                      <a:r>
                        <a:rPr lang="en-IN" sz="2000" dirty="0">
                          <a:latin typeface="Times New Roman" panose="02020603050405020304" pitchFamily="18" charset="0"/>
                          <a:cs typeface="Times New Roman" panose="02020603050405020304" pitchFamily="18" charset="0"/>
                        </a:rPr>
                        <a:t>Jismon, 2022</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Web based canteen </a:t>
                      </a:r>
                      <a:r>
                        <a:rPr lang="en-IN" sz="2000" dirty="0" err="1">
                          <a:latin typeface="Times New Roman" panose="02020603050405020304" pitchFamily="18" charset="0"/>
                          <a:cs typeface="Times New Roman" panose="02020603050405020304" pitchFamily="18" charset="0"/>
                        </a:rPr>
                        <a:t>system,OTP</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login,online</a:t>
                      </a:r>
                      <a:r>
                        <a:rPr lang="en-IN" sz="2000" dirty="0">
                          <a:latin typeface="Times New Roman" panose="02020603050405020304" pitchFamily="18" charset="0"/>
                          <a:cs typeface="Times New Roman" panose="02020603050405020304" pitchFamily="18" charset="0"/>
                        </a:rPr>
                        <a:t> payment</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Real-time user &amp; order data(no public dataset mentioned)</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Digital payment </a:t>
                      </a:r>
                      <a:r>
                        <a:rPr lang="en-IN" sz="2000" dirty="0" err="1">
                          <a:latin typeface="Times New Roman" panose="02020603050405020304" pitchFamily="18" charset="0"/>
                          <a:cs typeface="Times New Roman" panose="02020603050405020304" pitchFamily="18" charset="0"/>
                        </a:rPr>
                        <a:t>tracking,User</a:t>
                      </a:r>
                      <a:r>
                        <a:rPr lang="en-IN" sz="2000" dirty="0">
                          <a:latin typeface="Times New Roman" panose="02020603050405020304" pitchFamily="18" charset="0"/>
                          <a:cs typeface="Times New Roman" panose="02020603050405020304" pitchFamily="18" charset="0"/>
                        </a:rPr>
                        <a:t> feedback system</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No real time track, no token id generation</a:t>
                      </a:r>
                    </a:p>
                  </a:txBody>
                  <a:tcPr marL="91430" marR="91430" marT="45721" marB="45721"/>
                </a:tc>
                <a:extLst>
                  <a:ext uri="{0D108BD9-81ED-4DB2-BD59-A6C34878D82A}">
                    <a16:rowId xmlns:a16="http://schemas.microsoft.com/office/drawing/2014/main" val="10002"/>
                  </a:ext>
                </a:extLst>
              </a:tr>
              <a:tr h="1603422">
                <a:tc>
                  <a:txBody>
                    <a:bodyPr/>
                    <a:lstStyle/>
                    <a:p>
                      <a:r>
                        <a:rPr lang="en-IN" sz="2000" dirty="0">
                          <a:latin typeface="Times New Roman" panose="02020603050405020304" pitchFamily="18" charset="0"/>
                          <a:cs typeface="Times New Roman" panose="02020603050405020304" pitchFamily="18" charset="0"/>
                        </a:rPr>
                        <a:t>P Bari, T </a:t>
                      </a:r>
                      <a:r>
                        <a:rPr lang="en-IN" sz="2000" dirty="0" err="1">
                          <a:latin typeface="Times New Roman" panose="02020603050405020304" pitchFamily="18" charset="0"/>
                          <a:cs typeface="Times New Roman" panose="02020603050405020304" pitchFamily="18" charset="0"/>
                        </a:rPr>
                        <a:t>Suroshe,N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Sathawne,Y</a:t>
                      </a:r>
                      <a:r>
                        <a:rPr lang="en-IN" sz="2000" dirty="0">
                          <a:latin typeface="Times New Roman" panose="02020603050405020304" pitchFamily="18" charset="0"/>
                          <a:cs typeface="Times New Roman" panose="02020603050405020304" pitchFamily="18" charset="0"/>
                        </a:rPr>
                        <a:t> Patil, 2024</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Web based </a:t>
                      </a:r>
                      <a:r>
                        <a:rPr lang="en-IN" sz="2000" dirty="0" err="1">
                          <a:latin typeface="Times New Roman" panose="02020603050405020304" pitchFamily="18" charset="0"/>
                          <a:cs typeface="Times New Roman" panose="02020603050405020304" pitchFamily="18" charset="0"/>
                        </a:rPr>
                        <a:t>system,QR</a:t>
                      </a:r>
                      <a:r>
                        <a:rPr lang="en-IN" sz="2000" dirty="0">
                          <a:latin typeface="Times New Roman" panose="02020603050405020304" pitchFamily="18" charset="0"/>
                          <a:cs typeface="Times New Roman" panose="02020603050405020304" pitchFamily="18" charset="0"/>
                        </a:rPr>
                        <a:t> code </a:t>
                      </a:r>
                      <a:r>
                        <a:rPr lang="en-IN" sz="2000" dirty="0" err="1">
                          <a:latin typeface="Times New Roman" panose="02020603050405020304" pitchFamily="18" charset="0"/>
                          <a:cs typeface="Times New Roman" panose="02020603050405020304" pitchFamily="18" charset="0"/>
                        </a:rPr>
                        <a:t>login,Online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payemnt</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Real time canteen order data.</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Reduced </a:t>
                      </a:r>
                      <a:r>
                        <a:rPr lang="en-IN" sz="2000" dirty="0" err="1">
                          <a:latin typeface="Times New Roman" panose="02020603050405020304" pitchFamily="18" charset="0"/>
                          <a:cs typeface="Times New Roman" panose="02020603050405020304" pitchFamily="18" charset="0"/>
                        </a:rPr>
                        <a:t>queues,Faster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billing,Digital</a:t>
                      </a:r>
                      <a:r>
                        <a:rPr lang="en-IN" sz="2000" dirty="0">
                          <a:latin typeface="Times New Roman" panose="02020603050405020304" pitchFamily="18" charset="0"/>
                          <a:cs typeface="Times New Roman" panose="02020603050405020304" pitchFamily="18" charset="0"/>
                        </a:rPr>
                        <a:t> records</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Limited scalability </a:t>
                      </a:r>
                      <a:r>
                        <a:rPr lang="en-IN" sz="2000" dirty="0" err="1">
                          <a:latin typeface="Times New Roman" panose="02020603050405020304" pitchFamily="18" charset="0"/>
                          <a:cs typeface="Times New Roman" panose="02020603050405020304" pitchFamily="18" charset="0"/>
                        </a:rPr>
                        <a:t>discussion,no</a:t>
                      </a:r>
                      <a:r>
                        <a:rPr lang="en-IN" sz="2000" dirty="0">
                          <a:latin typeface="Times New Roman" panose="02020603050405020304" pitchFamily="18" charset="0"/>
                          <a:cs typeface="Times New Roman" panose="02020603050405020304" pitchFamily="18" charset="0"/>
                        </a:rPr>
                        <a:t> multi-canteen support.</a:t>
                      </a:r>
                    </a:p>
                  </a:txBody>
                  <a:tcPr marL="91430" marR="91430" marT="45721" marB="45721"/>
                </a:tc>
                <a:extLst>
                  <a:ext uri="{0D108BD9-81ED-4DB2-BD59-A6C34878D82A}">
                    <a16:rowId xmlns:a16="http://schemas.microsoft.com/office/drawing/2014/main" val="10003"/>
                  </a:ext>
                </a:extLst>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DE8B9C1-FD58-25CF-DA92-DD1C92868255}"/>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A39A119C-7B6C-7382-F6DF-8A36E789C478}"/>
              </a:ext>
            </a:extLst>
          </p:cNvPr>
          <p:cNvSpPr>
            <a:spLocks noChangeArrowheads="1"/>
          </p:cNvSpPr>
          <p:nvPr/>
        </p:nvSpPr>
        <p:spPr bwMode="auto">
          <a:xfrm>
            <a:off x="217488" y="222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Literature Survey </a:t>
            </a:r>
          </a:p>
        </p:txBody>
      </p:sp>
      <p:sp>
        <p:nvSpPr>
          <p:cNvPr id="18435" name="Rectangle 2">
            <a:extLst>
              <a:ext uri="{FF2B5EF4-FFF2-40B4-BE49-F238E27FC236}">
                <a16:creationId xmlns:a16="http://schemas.microsoft.com/office/drawing/2014/main" id="{F9A89347-B0AE-11C7-5B7E-5BA6981DE27D}"/>
              </a:ext>
            </a:extLst>
          </p:cNvPr>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342900" indent="-342900" algn="just" defTabSz="914400">
              <a:spcBef>
                <a:spcPct val="20000"/>
              </a:spcBef>
              <a:buFont typeface="Arial" panose="020B0604020202020204" pitchFamily="34" charset="0"/>
              <a:buNone/>
              <a:tabLst/>
              <a:defRPr/>
            </a:pPr>
            <a:endParaRPr lang="en-US" altLang="en-US" sz="2400" b="1" dirty="0">
              <a:solidFill>
                <a:sysClr val="windowText" lastClr="000000"/>
              </a:solidFill>
              <a:latin typeface="Times New Roman" panose="02020603050405020304" pitchFamily="18" charset="0"/>
              <a:cs typeface="Times New Roman" panose="02020603050405020304" pitchFamily="18" charset="0"/>
            </a:endParaRPr>
          </a:p>
          <a:p>
            <a:pPr marL="342900" indent="-342900" algn="just" defTabSz="914400">
              <a:spcBef>
                <a:spcPct val="20000"/>
              </a:spcBef>
              <a:buFont typeface="Arial" panose="020B0604020202020204" pitchFamily="34" charset="0"/>
              <a:buChar char="•"/>
              <a:tabLst/>
              <a:defRPr/>
            </a:pPr>
            <a:endParaRPr lang="en-US" altLang="en-US" sz="2400" dirty="0">
              <a:solidFill>
                <a:prstClr val="black"/>
              </a:solidFill>
              <a:latin typeface="Times New Roman" panose="02020603050405020304" pitchFamily="18" charset="0"/>
              <a:cs typeface="Times New Roman" panose="02020603050405020304" pitchFamily="18" charset="0"/>
            </a:endParaRPr>
          </a:p>
          <a:p>
            <a:pPr eaLnBrk="1" hangingPunct="1">
              <a:lnSpc>
                <a:spcPct val="93000"/>
              </a:lnSpc>
              <a:spcAft>
                <a:spcPts val="1413"/>
              </a:spcAft>
              <a:defRPr/>
            </a:pPr>
            <a:r>
              <a:rPr lang="en-IN" altLang="en-US" sz="3600" i="1" dirty="0">
                <a:solidFill>
                  <a:srgbClr val="FF0000"/>
                </a:solidFill>
                <a:latin typeface="Times New Roman" panose="02020603050405020304" pitchFamily="18" charset="0"/>
                <a:cs typeface="Times New Roman" panose="02020603050405020304" pitchFamily="18" charset="0"/>
              </a:rPr>
              <a:t>		</a:t>
            </a:r>
            <a:endParaRPr lang="en-IN" altLang="en-US" sz="3600"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677CE7C-25E7-1703-AF7F-F976DA87E395}"/>
              </a:ext>
            </a:extLst>
          </p:cNvPr>
          <p:cNvGraphicFramePr>
            <a:graphicFrameLocks noGrp="1"/>
          </p:cNvGraphicFramePr>
          <p:nvPr>
            <p:extLst>
              <p:ext uri="{D42A27DB-BD31-4B8C-83A1-F6EECF244321}">
                <p14:modId xmlns:p14="http://schemas.microsoft.com/office/powerpoint/2010/main" val="1878843977"/>
              </p:ext>
            </p:extLst>
          </p:nvPr>
        </p:nvGraphicFramePr>
        <p:xfrm>
          <a:off x="189634" y="971525"/>
          <a:ext cx="9747220" cy="6391396"/>
        </p:xfrm>
        <a:graphic>
          <a:graphicData uri="http://schemas.openxmlformats.org/drawingml/2006/table">
            <a:tbl>
              <a:tblPr firstRow="1" bandRow="1">
                <a:tableStyleId>{5C22544A-7EE6-4342-B048-85BDC9FD1C3A}</a:tableStyleId>
              </a:tblPr>
              <a:tblGrid>
                <a:gridCol w="1949444">
                  <a:extLst>
                    <a:ext uri="{9D8B030D-6E8A-4147-A177-3AD203B41FA5}">
                      <a16:colId xmlns:a16="http://schemas.microsoft.com/office/drawing/2014/main" val="20000"/>
                    </a:ext>
                  </a:extLst>
                </a:gridCol>
                <a:gridCol w="1949444">
                  <a:extLst>
                    <a:ext uri="{9D8B030D-6E8A-4147-A177-3AD203B41FA5}">
                      <a16:colId xmlns:a16="http://schemas.microsoft.com/office/drawing/2014/main" val="20001"/>
                    </a:ext>
                  </a:extLst>
                </a:gridCol>
                <a:gridCol w="1949444">
                  <a:extLst>
                    <a:ext uri="{9D8B030D-6E8A-4147-A177-3AD203B41FA5}">
                      <a16:colId xmlns:a16="http://schemas.microsoft.com/office/drawing/2014/main" val="20002"/>
                    </a:ext>
                  </a:extLst>
                </a:gridCol>
                <a:gridCol w="1949444">
                  <a:extLst>
                    <a:ext uri="{9D8B030D-6E8A-4147-A177-3AD203B41FA5}">
                      <a16:colId xmlns:a16="http://schemas.microsoft.com/office/drawing/2014/main" val="20003"/>
                    </a:ext>
                  </a:extLst>
                </a:gridCol>
                <a:gridCol w="1949444">
                  <a:extLst>
                    <a:ext uri="{9D8B030D-6E8A-4147-A177-3AD203B41FA5}">
                      <a16:colId xmlns:a16="http://schemas.microsoft.com/office/drawing/2014/main" val="20004"/>
                    </a:ext>
                  </a:extLst>
                </a:gridCol>
              </a:tblGrid>
              <a:tr h="722112">
                <a:tc>
                  <a:txBody>
                    <a:bodyPr/>
                    <a:lstStyle/>
                    <a:p>
                      <a:r>
                        <a:rPr lang="en-IN" sz="2000" dirty="0">
                          <a:latin typeface="Times New Roman" panose="02020603050405020304" pitchFamily="18" charset="0"/>
                          <a:cs typeface="Times New Roman" panose="02020603050405020304" pitchFamily="18" charset="0"/>
                        </a:rPr>
                        <a:t>Author &amp; Year</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Techniques used</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Dataset Used</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Key Results</a:t>
                      </a:r>
                    </a:p>
                  </a:txBody>
                  <a:tcPr marL="91430" marR="91430" marT="45721" marB="45721"/>
                </a:tc>
                <a:tc>
                  <a:txBody>
                    <a:bodyPr/>
                    <a:lstStyle/>
                    <a:p>
                      <a:r>
                        <a:rPr lang="en-IN" sz="2000" dirty="0">
                          <a:latin typeface="Times New Roman" panose="02020603050405020304" pitchFamily="18" charset="0"/>
                          <a:cs typeface="Times New Roman" panose="02020603050405020304" pitchFamily="18" charset="0"/>
                        </a:rPr>
                        <a:t>Limitations</a:t>
                      </a:r>
                    </a:p>
                  </a:txBody>
                  <a:tcPr marL="91430" marR="91430" marT="45721" marB="45721"/>
                </a:tc>
                <a:extLst>
                  <a:ext uri="{0D108BD9-81ED-4DB2-BD59-A6C34878D82A}">
                    <a16:rowId xmlns:a16="http://schemas.microsoft.com/office/drawing/2014/main" val="10000"/>
                  </a:ext>
                </a:extLst>
              </a:tr>
              <a:tr h="2833769">
                <a:tc>
                  <a:txBody>
                    <a:bodyPr/>
                    <a:lstStyle/>
                    <a:p>
                      <a:r>
                        <a:rPr lang="nn-NO" sz="2000" dirty="0">
                          <a:latin typeface="Times New Roman" panose="02020603050405020304" pitchFamily="18" charset="0"/>
                          <a:cs typeface="Times New Roman" panose="02020603050405020304" pitchFamily="18" charset="0"/>
                        </a:rPr>
                        <a:t>Katkar, A. &amp; Jangale, S. (2018)</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System with built-in "E-Wallet" and AES 128-bit encryption for security.</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Real-time user transaction data (Students &amp; Staff records).</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Replaced cash with a secure digital wallet. Reduced queue time significantly by removing change/cash handling.</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Requires users to pre-load money into a specific "closed" wallet system.</a:t>
                      </a:r>
                      <a:endParaRPr lang="en-IN" sz="2000" dirty="0">
                        <a:latin typeface="Times New Roman" panose="02020603050405020304" pitchFamily="18" charset="0"/>
                        <a:cs typeface="Times New Roman" panose="02020603050405020304" pitchFamily="18" charset="0"/>
                      </a:endParaRPr>
                    </a:p>
                  </a:txBody>
                  <a:tcPr marL="91430" marR="91430" marT="45721" marB="45721"/>
                </a:tc>
                <a:extLst>
                  <a:ext uri="{0D108BD9-81ED-4DB2-BD59-A6C34878D82A}">
                    <a16:rowId xmlns:a16="http://schemas.microsoft.com/office/drawing/2014/main" val="10001"/>
                  </a:ext>
                </a:extLst>
              </a:tr>
              <a:tr h="2308645">
                <a:tc>
                  <a:txBody>
                    <a:bodyPr/>
                    <a:lstStyle/>
                    <a:p>
                      <a:r>
                        <a:rPr lang="en-IN" sz="2000" dirty="0">
                          <a:latin typeface="Times New Roman" panose="02020603050405020304" pitchFamily="18" charset="0"/>
                          <a:cs typeface="Times New Roman" panose="02020603050405020304" pitchFamily="18" charset="0"/>
                        </a:rPr>
                        <a:t>Bhattarai et al. (2024)</a:t>
                      </a:r>
                    </a:p>
                  </a:txBody>
                  <a:tcPr marL="91430" marR="91430" marT="45721" marB="45721"/>
                </a:tc>
                <a:tc>
                  <a:txBody>
                    <a:bodyPr/>
                    <a:lstStyle/>
                    <a:p>
                      <a:r>
                        <a:rPr lang="en-IN" sz="2000" b="1" dirty="0">
                          <a:latin typeface="Times New Roman" panose="02020603050405020304" pitchFamily="18" charset="0"/>
                          <a:cs typeface="Times New Roman" panose="02020603050405020304" pitchFamily="18" charset="0"/>
                        </a:rPr>
                        <a:t>QR-Code based</a:t>
                      </a:r>
                      <a:r>
                        <a:rPr lang="en-IN" sz="2000" dirty="0">
                          <a:latin typeface="Times New Roman" panose="02020603050405020304" pitchFamily="18" charset="0"/>
                          <a:cs typeface="Times New Roman" panose="02020603050405020304" pitchFamily="18" charset="0"/>
                        </a:rPr>
                        <a:t> system for menu viewing and ordering.</a:t>
                      </a:r>
                    </a:p>
                  </a:txBody>
                  <a:tcPr marL="91430" marR="91430" marT="45721" marB="45721"/>
                </a:tc>
                <a:tc>
                  <a:txBody>
                    <a:bodyPr/>
                    <a:lstStyle/>
                    <a:p>
                      <a:r>
                        <a:rPr lang="en-US" sz="2000" dirty="0">
                          <a:latin typeface="Times New Roman" panose="02020603050405020304" pitchFamily="18" charset="0"/>
                          <a:cs typeface="Times New Roman" panose="02020603050405020304" pitchFamily="18" charset="0"/>
                        </a:rPr>
                        <a:t>Real-time transactional data generated by the system </a:t>
                      </a:r>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Simple to implement; reduces need for printed menus.</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marL="91430" marR="91430" marT="45721" marB="45721"/>
                </a:tc>
                <a:tc>
                  <a:txBody>
                    <a:bodyPr/>
                    <a:lstStyle/>
                    <a:p>
                      <a:r>
                        <a:rPr lang="en-US" sz="2000" b="1" dirty="0">
                          <a:latin typeface="Times New Roman" panose="02020603050405020304" pitchFamily="18" charset="0"/>
                          <a:cs typeface="Times New Roman" panose="02020603050405020304" pitchFamily="18" charset="0"/>
                        </a:rPr>
                        <a:t>No Pre-Scheduling:</a:t>
                      </a:r>
                      <a:r>
                        <a:rPr lang="en-US" sz="2000" dirty="0">
                          <a:latin typeface="Times New Roman" panose="02020603050405020304" pitchFamily="18" charset="0"/>
                          <a:cs typeface="Times New Roman" panose="02020603050405020304" pitchFamily="18" charset="0"/>
                        </a:rPr>
                        <a:t> Users can only order </a:t>
                      </a:r>
                      <a:r>
                        <a:rPr lang="en-US" sz="2000" i="1" dirty="0">
                          <a:latin typeface="Times New Roman" panose="02020603050405020304" pitchFamily="18" charset="0"/>
                          <a:cs typeface="Times New Roman" panose="02020603050405020304" pitchFamily="18" charset="0"/>
                        </a:rPr>
                        <a:t>now</a:t>
                      </a:r>
                      <a:r>
                        <a:rPr lang="en-US" sz="2000" dirty="0">
                          <a:latin typeface="Times New Roman" panose="02020603050405020304" pitchFamily="18" charset="0"/>
                          <a:cs typeface="Times New Roman" panose="02020603050405020304" pitchFamily="18" charset="0"/>
                        </a:rPr>
                        <a:t>; they cannot "Schedule" a pickup for a future break time.</a:t>
                      </a:r>
                      <a:endParaRPr lang="en-IN" sz="2000" dirty="0">
                        <a:latin typeface="Times New Roman" panose="02020603050405020304" pitchFamily="18" charset="0"/>
                        <a:cs typeface="Times New Roman" panose="02020603050405020304" pitchFamily="18" charset="0"/>
                      </a:endParaRPr>
                    </a:p>
                  </a:txBody>
                  <a:tcPr marL="91430" marR="91430" marT="45721" marB="45721"/>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56697774"/>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9C8EB0C-FA24-6365-B0E3-D8E9402DB001}"/>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17411" name="Rectangle 2">
            <a:extLst>
              <a:ext uri="{FF2B5EF4-FFF2-40B4-BE49-F238E27FC236}">
                <a16:creationId xmlns:a16="http://schemas.microsoft.com/office/drawing/2014/main" id="{033EB289-9DC4-C91C-E7A0-C6629520E61F}"/>
              </a:ext>
            </a:extLst>
          </p:cNvPr>
          <p:cNvSpPr>
            <a:spLocks noChangeArrowheads="1"/>
          </p:cNvSpPr>
          <p:nvPr/>
        </p:nvSpPr>
        <p:spPr bwMode="auto">
          <a:xfrm>
            <a:off x="431800" y="1331565"/>
            <a:ext cx="9070975" cy="568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450850" indent="-3429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High Hardware Cost:</a:t>
            </a:r>
            <a:r>
              <a:rPr lang="en-US" sz="2400" dirty="0">
                <a:latin typeface="Times New Roman" panose="02020603050405020304" pitchFamily="18" charset="0"/>
                <a:cs typeface="Times New Roman" panose="02020603050405020304" pitchFamily="18" charset="0"/>
              </a:rPr>
              <a:t> Many existing automated solutions require expensive proprietary hardware (like RFID readers, Kiosks, or Raspberry Pi screens) that are costly to install and difficult to maintain.</a:t>
            </a:r>
            <a:r>
              <a:rPr lang="en-IN" altLang="en-US" sz="2400" dirty="0">
                <a:solidFill>
                  <a:srgbClr val="000000"/>
                </a:solidFill>
                <a:latin typeface="Times New Roman" panose="02020603050405020304" pitchFamily="18" charset="0"/>
                <a:cs typeface="Times New Roman" panose="02020603050405020304" pitchFamily="18" charset="0"/>
              </a:rPr>
              <a:t>Our proposed system focuses on the web portal.</a:t>
            </a:r>
            <a:endParaRPr lang="en-US" sz="2400" dirty="0">
              <a:latin typeface="Times New Roman" panose="02020603050405020304" pitchFamily="18" charset="0"/>
              <a:cs typeface="Times New Roman" panose="02020603050405020304" pitchFamily="18" charset="0"/>
            </a:endParaRPr>
          </a:p>
          <a:p>
            <a:pPr eaLnBrk="1" hangingPunct="1">
              <a:lnSpc>
                <a:spcPct val="93000"/>
              </a:lnSpc>
              <a:spcAft>
                <a:spcPts val="1413"/>
              </a:spcAft>
              <a:buFont typeface="Wingdings" panose="05000000000000000000" pitchFamily="2" charset="2"/>
              <a:buChar char="v"/>
            </a:pPr>
            <a:r>
              <a:rPr lang="en-IN" altLang="en-US" sz="2400" dirty="0">
                <a:solidFill>
                  <a:srgbClr val="000000"/>
                </a:solidFill>
                <a:latin typeface="Times New Roman" panose="02020603050405020304" pitchFamily="18" charset="0"/>
                <a:cs typeface="Times New Roman" panose="02020603050405020304" pitchFamily="18" charset="0"/>
              </a:rPr>
              <a:t>No real-time order status tracking,</a:t>
            </a:r>
            <a:r>
              <a:rPr lang="en-US" sz="2400" dirty="0">
                <a:latin typeface="Times New Roman" panose="02020603050405020304" pitchFamily="18" charset="0"/>
                <a:cs typeface="Times New Roman" panose="02020603050405020304" pitchFamily="18" charset="0"/>
              </a:rPr>
              <a:t> forcing them to wait anxiously at the counter and repeatedly ask staff.</a:t>
            </a:r>
            <a:r>
              <a:rPr lang="en-IN" altLang="en-US" sz="2400" dirty="0">
                <a:solidFill>
                  <a:srgbClr val="000000"/>
                </a:solidFill>
                <a:latin typeface="Times New Roman" panose="02020603050405020304" pitchFamily="18" charset="0"/>
                <a:cs typeface="Times New Roman" panose="02020603050405020304" pitchFamily="18" charset="0"/>
              </a:rPr>
              <a:t> . Our proposed system overcomes this by providing real time order status to the customer which improves transparency.</a:t>
            </a:r>
          </a:p>
          <a:p>
            <a:pPr eaLnBrk="1" hangingPunct="1">
              <a:lnSpc>
                <a:spcPct val="93000"/>
              </a:lnSpc>
              <a:spcAft>
                <a:spcPts val="1413"/>
              </a:spcAft>
              <a:buFont typeface="Wingdings" panose="05000000000000000000" pitchFamily="2" charset="2"/>
              <a:buChar char="v"/>
            </a:pPr>
            <a:r>
              <a:rPr lang="en-IN" altLang="en-US" sz="2400" dirty="0">
                <a:solidFill>
                  <a:srgbClr val="000000"/>
                </a:solidFill>
                <a:latin typeface="Times New Roman" panose="02020603050405020304" pitchFamily="18" charset="0"/>
                <a:cs typeface="Times New Roman" panose="02020603050405020304" pitchFamily="18" charset="0"/>
              </a:rPr>
              <a:t>Existing systems do not support integration of multiple canteens. Our proposed system focuses on solving this problem.</a:t>
            </a:r>
          </a:p>
          <a:p>
            <a:pPr eaLnBrk="1" hangingPunct="1">
              <a:lnSpc>
                <a:spcPct val="93000"/>
              </a:lnSpc>
              <a:spcAft>
                <a:spcPts val="1413"/>
              </a:spcAft>
              <a:buFont typeface="Wingdings" panose="05000000000000000000" pitchFamily="2" charset="2"/>
              <a:buChar char="v"/>
            </a:pPr>
            <a:r>
              <a:rPr lang="en-IN" altLang="en-US" sz="2400" dirty="0">
                <a:solidFill>
                  <a:srgbClr val="000000"/>
                </a:solidFill>
                <a:latin typeface="Times New Roman" panose="02020603050405020304" pitchFamily="18" charset="0"/>
                <a:cs typeface="Times New Roman" panose="02020603050405020304" pitchFamily="18" charset="0"/>
              </a:rPr>
              <a:t>Existing system have only digital wallet only for payment method. Our proposed system have both UPI payment and digital wallet</a:t>
            </a:r>
          </a:p>
          <a:p>
            <a:pPr eaLnBrk="1" hangingPunct="1">
              <a:lnSpc>
                <a:spcPct val="93000"/>
              </a:lnSpc>
              <a:spcAft>
                <a:spcPts val="1413"/>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Unlike existing systems that only allow immediate ordering, our system introduces </a:t>
            </a:r>
            <a:r>
              <a:rPr lang="en-US" sz="2400" b="1" dirty="0">
                <a:latin typeface="Times New Roman" panose="02020603050405020304" pitchFamily="18" charset="0"/>
                <a:cs typeface="Times New Roman" panose="02020603050405020304" pitchFamily="18" charset="0"/>
              </a:rPr>
              <a:t>Flexible Pre-Scheduling</a:t>
            </a:r>
            <a:r>
              <a:rPr lang="en-US" sz="2400" dirty="0">
                <a:latin typeface="Times New Roman" panose="02020603050405020304" pitchFamily="18" charset="0"/>
                <a:cs typeface="Times New Roman" panose="02020603050405020304" pitchFamily="18" charset="0"/>
              </a:rPr>
              <a:t>. This allows students to order food in advance for any specific break time during canteen hours.</a:t>
            </a:r>
            <a:endParaRPr lang="en-IN" altLang="en-US" sz="2400" dirty="0">
              <a:solidFill>
                <a:srgbClr val="000000"/>
              </a:solidFill>
              <a:latin typeface="Times New Roman" panose="02020603050405020304" pitchFamily="18" charset="0"/>
              <a:cs typeface="Times New Roman" panose="02020603050405020304" pitchFamily="18" charset="0"/>
            </a:endParaRPr>
          </a:p>
          <a:p>
            <a:pPr eaLnBrk="1" hangingPunct="1">
              <a:lnSpc>
                <a:spcPct val="93000"/>
              </a:lnSpc>
              <a:spcAft>
                <a:spcPts val="1413"/>
              </a:spcAft>
              <a:buFont typeface="Wingdings" panose="05000000000000000000" pitchFamily="2" charset="2"/>
              <a:buChar char="v"/>
            </a:pPr>
            <a:endParaRPr lang="en-IN" altLang="en-US" sz="2400"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ACE5-4156-0E84-3ED2-7DCFF477F2ED}"/>
              </a:ext>
            </a:extLst>
          </p:cNvPr>
          <p:cNvSpPr>
            <a:spLocks noGrp="1"/>
          </p:cNvSpPr>
          <p:nvPr>
            <p:ph type="title"/>
          </p:nvPr>
        </p:nvSpPr>
        <p:spPr>
          <a:xfrm>
            <a:off x="671513" y="671513"/>
            <a:ext cx="7969250" cy="804862"/>
          </a:xfrm>
        </p:spPr>
        <p:txBody>
          <a:bodyPr/>
          <a:lstStyle/>
          <a:p>
            <a:pPr>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Problem Statement </a:t>
            </a:r>
            <a:endParaRPr lang="en-IN"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3" name="Content Placeholder 2">
            <a:extLst>
              <a:ext uri="{FF2B5EF4-FFF2-40B4-BE49-F238E27FC236}">
                <a16:creationId xmlns:a16="http://schemas.microsoft.com/office/drawing/2014/main" id="{CF617EE3-5E6F-7434-E8A6-07C0145C57A0}"/>
              </a:ext>
            </a:extLst>
          </p:cNvPr>
          <p:cNvSpPr>
            <a:spLocks noGrp="1"/>
          </p:cNvSpPr>
          <p:nvPr>
            <p:ph idx="1"/>
          </p:nvPr>
        </p:nvSpPr>
        <p:spPr>
          <a:xfrm>
            <a:off x="215776" y="1619597"/>
            <a:ext cx="8640763" cy="2470250"/>
          </a:xfrm>
        </p:spPr>
        <p:txBody>
          <a:bodyPr/>
          <a:lstStyle/>
          <a:p>
            <a:r>
              <a:rPr lang="en-US" sz="2200" b="1" dirty="0">
                <a:latin typeface="Times New Roman" panose="02020603050405020304" pitchFamily="18" charset="0"/>
                <a:cs typeface="Times New Roman" panose="02020603050405020304" pitchFamily="18" charset="0"/>
              </a:rPr>
              <a:t>Problem Statement:</a:t>
            </a:r>
            <a:r>
              <a:rPr lang="en-US" sz="2200" dirty="0">
                <a:latin typeface="Times New Roman" panose="02020603050405020304" pitchFamily="18" charset="0"/>
                <a:cs typeface="Times New Roman" panose="02020603050405020304" pitchFamily="18" charset="0"/>
              </a:rPr>
              <a:t> Currently, the campus canteen operates on a manual system that leads to severe overcrowding and chaos during peak recess hours. Students waste significantly limited break time standing in long queues to place orders and pay via cash. The lack of a digital tracking system results in confusion at the counter, frequent billing errors by staff, and unmanaged food inventory that increases wastage.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AC3D92-B0CC-2093-9ECE-100148C165B5}"/>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814A6ED7-0196-EE46-D3DA-707FAB132902}"/>
              </a:ext>
            </a:extLst>
          </p:cNvPr>
          <p:cNvSpPr>
            <a:spLocks noChangeArrowheads="1"/>
          </p:cNvSpPr>
          <p:nvPr/>
        </p:nvSpPr>
        <p:spPr bwMode="auto">
          <a:xfrm>
            <a:off x="531611" y="32345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Methodology</a:t>
            </a:r>
          </a:p>
        </p:txBody>
      </p:sp>
      <p:sp>
        <p:nvSpPr>
          <p:cNvPr id="20483" name="Rectangle 2">
            <a:extLst>
              <a:ext uri="{FF2B5EF4-FFF2-40B4-BE49-F238E27FC236}">
                <a16:creationId xmlns:a16="http://schemas.microsoft.com/office/drawing/2014/main" id="{A4740646-B567-D7C3-29FE-B2E1A9C6A1C6}"/>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19460" name="TextBox 2">
            <a:extLst>
              <a:ext uri="{FF2B5EF4-FFF2-40B4-BE49-F238E27FC236}">
                <a16:creationId xmlns:a16="http://schemas.microsoft.com/office/drawing/2014/main" id="{389B005E-1620-C322-DD75-BBC1953F3808}"/>
              </a:ext>
            </a:extLst>
          </p:cNvPr>
          <p:cNvSpPr txBox="1">
            <a:spLocks noChangeArrowheads="1"/>
          </p:cNvSpPr>
          <p:nvPr/>
        </p:nvSpPr>
        <p:spPr bwMode="auto">
          <a:xfrm>
            <a:off x="323155" y="1356266"/>
            <a:ext cx="8929687" cy="2492990"/>
          </a:xfrm>
          <a:prstGeom prst="rect">
            <a:avLst/>
          </a:prstGeom>
          <a:noFill/>
          <a:ln>
            <a:noFill/>
          </a:ln>
        </p:spPr>
        <p:txBody>
          <a:bodyPr wrap="square">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r>
              <a:rPr lang="en-US" sz="2000" b="1" dirty="0">
                <a:latin typeface="Times New Roman" panose="02020603050405020304" pitchFamily="18" charset="0"/>
                <a:cs typeface="Times New Roman" panose="02020603050405020304" pitchFamily="18" charset="0"/>
              </a:rPr>
              <a:t>System Overview:</a:t>
            </a:r>
            <a:endParaRPr lang="en-US" sz="2000" dirty="0">
              <a:latin typeface="Times New Roman" panose="02020603050405020304" pitchFamily="18" charset="0"/>
              <a:cs typeface="Times New Roman" panose="02020603050405020304" pitchFamily="18" charset="0"/>
            </a:endParaRPr>
          </a:p>
          <a:p>
            <a:pPr algn="just" defTabSz="914400">
              <a:spcBef>
                <a:spcPct val="20000"/>
              </a:spcBef>
              <a:buFont typeface="Wingdings" panose="05000000000000000000" pitchFamily="2" charset="2"/>
              <a:buChar char="v"/>
              <a:defRPr/>
            </a:pPr>
            <a:r>
              <a:rPr lang="en-US" sz="2000" dirty="0">
                <a:latin typeface="Times New Roman" panose="02020603050405020304" pitchFamily="18" charset="0"/>
                <a:cs typeface="Times New Roman" panose="02020603050405020304" pitchFamily="18" charset="0"/>
              </a:rPr>
              <a:t>Our project is a </a:t>
            </a:r>
            <a:r>
              <a:rPr lang="en-US" sz="2000" b="1" dirty="0">
                <a:latin typeface="Times New Roman" panose="02020603050405020304" pitchFamily="18" charset="0"/>
                <a:cs typeface="Times New Roman" panose="02020603050405020304" pitchFamily="18" charset="0"/>
              </a:rPr>
              <a:t>Smart Canteen Food Ordering System</a:t>
            </a:r>
            <a:r>
              <a:rPr lang="en-US" sz="2000" dirty="0">
                <a:latin typeface="Times New Roman" panose="02020603050405020304" pitchFamily="18" charset="0"/>
                <a:cs typeface="Times New Roman" panose="02020603050405020304" pitchFamily="18" charset="0"/>
              </a:rPr>
              <a:t>.</a:t>
            </a:r>
          </a:p>
          <a:p>
            <a:pPr algn="just" defTabSz="914400">
              <a:spcBef>
                <a:spcPct val="20000"/>
              </a:spcBef>
              <a:buFont typeface="Wingdings" panose="05000000000000000000" pitchFamily="2" charset="2"/>
              <a:buChar char="v"/>
              <a:defRPr/>
            </a:pPr>
            <a:r>
              <a:rPr lang="en-US" sz="2000" dirty="0">
                <a:latin typeface="Times New Roman" panose="02020603050405020304" pitchFamily="18" charset="0"/>
                <a:cs typeface="Times New Roman" panose="02020603050405020304" pitchFamily="18" charset="0"/>
              </a:rPr>
              <a:t>It is a web-based application that allows students to </a:t>
            </a:r>
            <a:r>
              <a:rPr lang="en-US" sz="2000" b="1" dirty="0">
                <a:latin typeface="Times New Roman" panose="02020603050405020304" pitchFamily="18" charset="0"/>
                <a:cs typeface="Times New Roman" panose="02020603050405020304" pitchFamily="18" charset="0"/>
              </a:rPr>
              <a:t>order food online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pay digitally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track their order status</a:t>
            </a:r>
            <a:r>
              <a:rPr lang="en-US" sz="2000" dirty="0">
                <a:latin typeface="Times New Roman" panose="02020603050405020304" pitchFamily="18" charset="0"/>
                <a:cs typeface="Times New Roman" panose="02020603050405020304" pitchFamily="18" charset="0"/>
              </a:rPr>
              <a:t> without standing in line.</a:t>
            </a:r>
          </a:p>
          <a:p>
            <a:pPr algn="just" defTabSz="914400">
              <a:spcBef>
                <a:spcPct val="20000"/>
              </a:spcBef>
              <a:buFont typeface="Wingdings" panose="05000000000000000000" pitchFamily="2" charset="2"/>
              <a:buChar char="v"/>
              <a:defRPr/>
            </a:pPr>
            <a:r>
              <a:rPr lang="en-US" sz="2000" dirty="0">
                <a:latin typeface="Times New Roman" panose="02020603050405020304" pitchFamily="18" charset="0"/>
                <a:cs typeface="Times New Roman" panose="02020603050405020304" pitchFamily="18" charset="0"/>
              </a:rPr>
              <a:t>It solves the problem of overcrowding and makes the canteen process faster and paperless.</a:t>
            </a:r>
          </a:p>
          <a:p>
            <a:pPr algn="just" defTabSz="914400">
              <a:spcBef>
                <a:spcPct val="20000"/>
              </a:spcBef>
              <a:buFont typeface="Wingdings" panose="05000000000000000000" pitchFamily="2" charset="2"/>
              <a:buChar char="v"/>
              <a:defRPr/>
            </a:pPr>
            <a:endParaRPr lang="en-US" altLang="en-US" sz="2000"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DAE832E-32FA-A87A-ED17-775B35062D9A}"/>
              </a:ext>
            </a:extLst>
          </p:cNvPr>
          <p:cNvGraphicFramePr>
            <a:graphicFrameLocks noGrp="1"/>
          </p:cNvGraphicFramePr>
          <p:nvPr>
            <p:extLst>
              <p:ext uri="{D42A27DB-BD31-4B8C-83A1-F6EECF244321}">
                <p14:modId xmlns:p14="http://schemas.microsoft.com/office/powerpoint/2010/main" val="675341169"/>
              </p:ext>
            </p:extLst>
          </p:nvPr>
        </p:nvGraphicFramePr>
        <p:xfrm>
          <a:off x="503238" y="3563815"/>
          <a:ext cx="8929686" cy="3986356"/>
        </p:xfrm>
        <a:graphic>
          <a:graphicData uri="http://schemas.openxmlformats.org/drawingml/2006/table">
            <a:tbl>
              <a:tblPr firstRow="1" bandRow="1">
                <a:tableStyleId>{37CE84F3-28C3-443E-9E96-99CF82512B78}</a:tableStyleId>
              </a:tblPr>
              <a:tblGrid>
                <a:gridCol w="4464843">
                  <a:extLst>
                    <a:ext uri="{9D8B030D-6E8A-4147-A177-3AD203B41FA5}">
                      <a16:colId xmlns:a16="http://schemas.microsoft.com/office/drawing/2014/main" val="1318996635"/>
                    </a:ext>
                  </a:extLst>
                </a:gridCol>
                <a:gridCol w="4464843">
                  <a:extLst>
                    <a:ext uri="{9D8B030D-6E8A-4147-A177-3AD203B41FA5}">
                      <a16:colId xmlns:a16="http://schemas.microsoft.com/office/drawing/2014/main" val="40874728"/>
                    </a:ext>
                  </a:extLst>
                </a:gridCol>
              </a:tblGrid>
              <a:tr h="483106">
                <a:tc>
                  <a:txBody>
                    <a:bodyPr/>
                    <a:lstStyle/>
                    <a:p>
                      <a:pPr>
                        <a:buNone/>
                      </a:pPr>
                      <a:r>
                        <a:rPr lang="en-IN" sz="1800" b="1" dirty="0">
                          <a:solidFill>
                            <a:schemeClr val="bg1"/>
                          </a:solidFill>
                          <a:effectLst/>
                          <a:latin typeface="Google Sans Text"/>
                        </a:rPr>
                        <a:t>Existing System (Limitations)</a:t>
                      </a:r>
                      <a:endParaRPr lang="en-IN" sz="1800" dirty="0">
                        <a:solidFill>
                          <a:schemeClr val="bg1"/>
                        </a:solidFill>
                        <a:effectLst/>
                        <a:latin typeface="Google Sans Text"/>
                      </a:endParaRPr>
                    </a:p>
                  </a:txBody>
                  <a:tcPr anchor="ctr"/>
                </a:tc>
                <a:tc>
                  <a:txBody>
                    <a:bodyPr/>
                    <a:lstStyle/>
                    <a:p>
                      <a:pPr algn="ctr"/>
                      <a:r>
                        <a:rPr lang="en-IN" sz="1800" dirty="0"/>
                        <a:t>Proposed System (Our Solution)</a:t>
                      </a:r>
                    </a:p>
                  </a:txBody>
                  <a:tcPr/>
                </a:tc>
                <a:extLst>
                  <a:ext uri="{0D108BD9-81ED-4DB2-BD59-A6C34878D82A}">
                    <a16:rowId xmlns:a16="http://schemas.microsoft.com/office/drawing/2014/main" val="3090571150"/>
                  </a:ext>
                </a:extLst>
              </a:tr>
              <a:tr h="928462">
                <a:tc>
                  <a:txBody>
                    <a:bodyPr/>
                    <a:lstStyle/>
                    <a:p>
                      <a:r>
                        <a:rPr lang="en-US" sz="1800" dirty="0"/>
                        <a:t>High Hardware Cost: Requires expensive RFID, kiosks, Raspberry Pi screens.</a:t>
                      </a:r>
                      <a:endParaRPr lang="en-IN" sz="1800" dirty="0"/>
                    </a:p>
                  </a:txBody>
                  <a:tcPr/>
                </a:tc>
                <a:tc>
                  <a:txBody>
                    <a:bodyPr/>
                    <a:lstStyle/>
                    <a:p>
                      <a:r>
                        <a:rPr lang="en-US" sz="1800" dirty="0"/>
                        <a:t>Low Cost Web Portal: Works on any browser without extra hardware.</a:t>
                      </a:r>
                      <a:endParaRPr lang="en-IN" sz="1800" dirty="0"/>
                    </a:p>
                  </a:txBody>
                  <a:tcPr/>
                </a:tc>
                <a:extLst>
                  <a:ext uri="{0D108BD9-81ED-4DB2-BD59-A6C34878D82A}">
                    <a16:rowId xmlns:a16="http://schemas.microsoft.com/office/drawing/2014/main" val="3287326697"/>
                  </a:ext>
                </a:extLst>
              </a:tr>
              <a:tr h="647314">
                <a:tc>
                  <a:txBody>
                    <a:bodyPr/>
                    <a:lstStyle/>
                    <a:p>
                      <a:r>
                        <a:rPr lang="en-US" sz="1800" dirty="0"/>
                        <a:t>No Order Tracking: Students repeatedly ask staff for status.</a:t>
                      </a:r>
                      <a:endParaRPr lang="en-IN" sz="1800" dirty="0"/>
                    </a:p>
                  </a:txBody>
                  <a:tcPr/>
                </a:tc>
                <a:tc>
                  <a:txBody>
                    <a:bodyPr/>
                    <a:lstStyle/>
                    <a:p>
                      <a:r>
                        <a:rPr lang="en-US" sz="1800" dirty="0"/>
                        <a:t>Real-Time Tracking: Live order status updates for customers.</a:t>
                      </a:r>
                      <a:endParaRPr lang="en-IN" sz="1800" dirty="0"/>
                    </a:p>
                  </a:txBody>
                  <a:tcPr/>
                </a:tc>
                <a:extLst>
                  <a:ext uri="{0D108BD9-81ED-4DB2-BD59-A6C34878D82A}">
                    <a16:rowId xmlns:a16="http://schemas.microsoft.com/office/drawing/2014/main" val="295916558"/>
                  </a:ext>
                </a:extLst>
              </a:tr>
              <a:tr h="647314">
                <a:tc>
                  <a:txBody>
                    <a:bodyPr/>
                    <a:lstStyle/>
                    <a:p>
                      <a:r>
                        <a:rPr lang="en-US" sz="1800" dirty="0"/>
                        <a:t>Single Canteen Support: Cannot manage multiple canteens</a:t>
                      </a:r>
                      <a:endParaRPr lang="en-IN" sz="1800" dirty="0"/>
                    </a:p>
                  </a:txBody>
                  <a:tcPr/>
                </a:tc>
                <a:tc>
                  <a:txBody>
                    <a:bodyPr/>
                    <a:lstStyle/>
                    <a:p>
                      <a:r>
                        <a:rPr lang="en-US" sz="1800" dirty="0"/>
                        <a:t>Multi-Canteen Integration: Supports multiple canteens in one system.</a:t>
                      </a:r>
                    </a:p>
                  </a:txBody>
                  <a:tcPr/>
                </a:tc>
                <a:extLst>
                  <a:ext uri="{0D108BD9-81ED-4DB2-BD59-A6C34878D82A}">
                    <a16:rowId xmlns:a16="http://schemas.microsoft.com/office/drawing/2014/main" val="3655088357"/>
                  </a:ext>
                </a:extLst>
              </a:tr>
              <a:tr h="483106">
                <a:tc>
                  <a:txBody>
                    <a:bodyPr/>
                    <a:lstStyle/>
                    <a:p>
                      <a:r>
                        <a:rPr lang="en-US" sz="1800" dirty="0"/>
                        <a:t>Limited Payment Options: Only digital wallet available.</a:t>
                      </a:r>
                      <a:endParaRPr lang="en-IN" sz="1800" dirty="0"/>
                    </a:p>
                  </a:txBody>
                  <a:tcPr/>
                </a:tc>
                <a:tc>
                  <a:txBody>
                    <a:bodyPr/>
                    <a:lstStyle/>
                    <a:p>
                      <a:r>
                        <a:rPr lang="en-US" sz="1800" dirty="0"/>
                        <a:t>Multiple Payments: Supports UPI and digital wallet.</a:t>
                      </a:r>
                      <a:endParaRPr lang="en-IN" sz="1800" dirty="0"/>
                    </a:p>
                  </a:txBody>
                  <a:tcPr/>
                </a:tc>
                <a:extLst>
                  <a:ext uri="{0D108BD9-81ED-4DB2-BD59-A6C34878D82A}">
                    <a16:rowId xmlns:a16="http://schemas.microsoft.com/office/drawing/2014/main" val="3489267901"/>
                  </a:ext>
                </a:extLst>
              </a:tr>
              <a:tr h="483106">
                <a:tc>
                  <a:txBody>
                    <a:bodyPr/>
                    <a:lstStyle/>
                    <a:p>
                      <a:r>
                        <a:rPr lang="en-US" sz="1800" dirty="0"/>
                        <a:t>Immediate Ordering Only: Cannot order in advance.</a:t>
                      </a:r>
                      <a:endParaRPr lang="en-IN" sz="1800" dirty="0"/>
                    </a:p>
                  </a:txBody>
                  <a:tcPr/>
                </a:tc>
                <a:tc>
                  <a:txBody>
                    <a:bodyPr/>
                    <a:lstStyle/>
                    <a:p>
                      <a:r>
                        <a:rPr lang="en-US" sz="1800" dirty="0"/>
                        <a:t>Flexible Pre-Scheduling: Order food for any break time in advance.</a:t>
                      </a:r>
                      <a:endParaRPr lang="en-IN" sz="1800" dirty="0"/>
                    </a:p>
                  </a:txBody>
                  <a:tcPr/>
                </a:tc>
                <a:extLst>
                  <a:ext uri="{0D108BD9-81ED-4DB2-BD59-A6C34878D82A}">
                    <a16:rowId xmlns:a16="http://schemas.microsoft.com/office/drawing/2014/main" val="1939071659"/>
                  </a:ext>
                </a:extLst>
              </a:tr>
            </a:tbl>
          </a:graphicData>
        </a:graphic>
      </p:graphicFrame>
    </p:spTree>
    <p:extLst>
      <p:ext uri="{BB962C8B-B14F-4D97-AF65-F5344CB8AC3E}">
        <p14:creationId xmlns:p14="http://schemas.microsoft.com/office/powerpoint/2010/main" val="3651051481"/>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F5B4A2-7EA3-C0FC-C1BC-7FF3B172D90C}"/>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ECF8E04B-E349-27F5-A326-DC02A1426DE6}"/>
              </a:ext>
            </a:extLst>
          </p:cNvPr>
          <p:cNvSpPr>
            <a:spLocks noChangeArrowheads="1"/>
          </p:cNvSpPr>
          <p:nvPr/>
        </p:nvSpPr>
        <p:spPr bwMode="auto">
          <a:xfrm>
            <a:off x="477636" y="107429"/>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Methodology</a:t>
            </a:r>
          </a:p>
        </p:txBody>
      </p:sp>
      <p:sp>
        <p:nvSpPr>
          <p:cNvPr id="20483" name="Rectangle 2">
            <a:extLst>
              <a:ext uri="{FF2B5EF4-FFF2-40B4-BE49-F238E27FC236}">
                <a16:creationId xmlns:a16="http://schemas.microsoft.com/office/drawing/2014/main" id="{4CF01112-0D64-6429-5409-0681FD70C865}"/>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9ACCC1-4B40-FC94-1943-70F9F41D349D}"/>
              </a:ext>
            </a:extLst>
          </p:cNvPr>
          <p:cNvPicPr>
            <a:picLocks noChangeAspect="1"/>
          </p:cNvPicPr>
          <p:nvPr/>
        </p:nvPicPr>
        <p:blipFill>
          <a:blip r:embed="rId3"/>
          <a:stretch>
            <a:fillRect/>
          </a:stretch>
        </p:blipFill>
        <p:spPr>
          <a:xfrm>
            <a:off x="161925" y="1433513"/>
            <a:ext cx="9753600" cy="5324475"/>
          </a:xfrm>
          <a:prstGeom prst="rect">
            <a:avLst/>
          </a:prstGeom>
        </p:spPr>
      </p:pic>
    </p:spTree>
    <p:extLst>
      <p:ext uri="{BB962C8B-B14F-4D97-AF65-F5344CB8AC3E}">
        <p14:creationId xmlns:p14="http://schemas.microsoft.com/office/powerpoint/2010/main" val="497739999"/>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FDD3D-63FC-73BB-62E1-70DC8BA1B1AC}"/>
              </a:ext>
            </a:extLst>
          </p:cNvPr>
          <p:cNvSpPr>
            <a:spLocks noGrp="1"/>
          </p:cNvSpPr>
          <p:nvPr>
            <p:ph type="title"/>
          </p:nvPr>
        </p:nvSpPr>
        <p:spPr/>
        <p:txBody>
          <a:bodyPr/>
          <a:lstStyle/>
          <a:p>
            <a:pPr>
              <a:defRPr/>
            </a:pPr>
            <a:r>
              <a:rPr lang="en-IN" sz="3600" b="1" dirty="0">
                <a:solidFill>
                  <a:schemeClr val="tx1">
                    <a:lumMod val="95000"/>
                    <a:lumOff val="5000"/>
                  </a:schemeClr>
                </a:solidFill>
                <a:latin typeface="Times New Roman" panose="02020603050405020304" pitchFamily="18" charset="0"/>
                <a:cs typeface="Times New Roman" panose="02020603050405020304" pitchFamily="18" charset="0"/>
              </a:rPr>
              <a:t>EXPERIMENTAL SETUP</a:t>
            </a:r>
          </a:p>
        </p:txBody>
      </p:sp>
      <p:sp>
        <p:nvSpPr>
          <p:cNvPr id="3" name="Content Placeholder 2">
            <a:extLst>
              <a:ext uri="{FF2B5EF4-FFF2-40B4-BE49-F238E27FC236}">
                <a16:creationId xmlns:a16="http://schemas.microsoft.com/office/drawing/2014/main" id="{AEA4079C-CBF9-73B0-E55C-F20AB0C5F49E}"/>
              </a:ext>
            </a:extLst>
          </p:cNvPr>
          <p:cNvSpPr>
            <a:spLocks noGrp="1"/>
          </p:cNvSpPr>
          <p:nvPr>
            <p:ph idx="1"/>
          </p:nvPr>
        </p:nvSpPr>
        <p:spPr/>
        <p:txBody>
          <a:bodyPr/>
          <a:lstStyle/>
          <a:p>
            <a:pPr marL="0" indent="0">
              <a:buFont typeface="Wingdings 3" panose="05040102010807070707" pitchFamily="18" charset="2"/>
              <a:buNone/>
              <a:defRPr/>
            </a:pPr>
            <a:r>
              <a:rPr lang="en-IN" sz="3200" dirty="0">
                <a:latin typeface="Times New Roman" panose="02020603050405020304" pitchFamily="18" charset="0"/>
                <a:cs typeface="Times New Roman" panose="02020603050405020304" pitchFamily="18" charset="0"/>
              </a:rPr>
              <a:t>Technologies to be used:</a:t>
            </a:r>
          </a:p>
          <a:p>
            <a:pPr>
              <a:defRPr/>
            </a:pPr>
            <a:r>
              <a:rPr lang="en-IN" sz="2800" dirty="0">
                <a:latin typeface="Times New Roman" panose="02020603050405020304" pitchFamily="18" charset="0"/>
                <a:cs typeface="Times New Roman" panose="02020603050405020304" pitchFamily="18" charset="0"/>
              </a:rPr>
              <a:t>Front-End: </a:t>
            </a:r>
            <a:r>
              <a:rPr lang="en-IN" sz="2800" dirty="0" err="1">
                <a:latin typeface="Times New Roman" panose="02020603050405020304" pitchFamily="18" charset="0"/>
                <a:cs typeface="Times New Roman" panose="02020603050405020304" pitchFamily="18" charset="0"/>
              </a:rPr>
              <a:t>HTML,CSS,JavaScript</a:t>
            </a:r>
            <a:r>
              <a:rPr lang="en-IN" sz="2800" dirty="0">
                <a:latin typeface="Times New Roman" panose="02020603050405020304" pitchFamily="18" charset="0"/>
                <a:cs typeface="Times New Roman" panose="02020603050405020304" pitchFamily="18" charset="0"/>
              </a:rPr>
              <a:t>.</a:t>
            </a:r>
          </a:p>
          <a:p>
            <a:pPr>
              <a:defRPr/>
            </a:pPr>
            <a:r>
              <a:rPr lang="en-IN" sz="2800" dirty="0">
                <a:latin typeface="Times New Roman" panose="02020603050405020304" pitchFamily="18" charset="0"/>
                <a:cs typeface="Times New Roman" panose="02020603050405020304" pitchFamily="18" charset="0"/>
              </a:rPr>
              <a:t>Back-End: PHP</a:t>
            </a:r>
          </a:p>
          <a:p>
            <a:pPr>
              <a:defRPr/>
            </a:pPr>
            <a:r>
              <a:rPr lang="en-IN" sz="2800" dirty="0">
                <a:latin typeface="Times New Roman" panose="02020603050405020304" pitchFamily="18" charset="0"/>
                <a:cs typeface="Times New Roman" panose="02020603050405020304" pitchFamily="18" charset="0"/>
              </a:rPr>
              <a:t>Database: MySQL</a:t>
            </a:r>
          </a:p>
          <a:p>
            <a:pPr>
              <a:defRPr/>
            </a:pPr>
            <a:r>
              <a:rPr lang="en-IN" sz="2800" dirty="0">
                <a:latin typeface="Times New Roman" panose="02020603050405020304" pitchFamily="18" charset="0"/>
                <a:cs typeface="Times New Roman" panose="02020603050405020304" pitchFamily="18" charset="0"/>
              </a:rPr>
              <a:t>Server: XAMPP</a:t>
            </a:r>
            <a:r>
              <a:rPr lang="en-IN" sz="2800" dirty="0"/>
              <a:t> (Apache Web Server).</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B9B12D1-FF83-7678-35DD-7C005B5EB61C}"/>
              </a:ext>
            </a:extLst>
          </p:cNvPr>
          <p:cNvSpPr>
            <a:spLocks noChangeArrowheads="1"/>
          </p:cNvSpPr>
          <p:nvPr/>
        </p:nvSpPr>
        <p:spPr bwMode="auto">
          <a:xfrm>
            <a:off x="503237" y="161414"/>
            <a:ext cx="9070975" cy="8016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3555" name="Rectangle 2">
            <a:extLst>
              <a:ext uri="{FF2B5EF4-FFF2-40B4-BE49-F238E27FC236}">
                <a16:creationId xmlns:a16="http://schemas.microsoft.com/office/drawing/2014/main" id="{B72E6E5B-CA47-E07A-9F32-EAD9E00E287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220F34C-0DA7-DDDA-E76A-82843664A12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373" y="4399712"/>
            <a:ext cx="4668466" cy="2423288"/>
          </a:xfrm>
          <a:prstGeom prst="rect">
            <a:avLst/>
          </a:prstGeom>
        </p:spPr>
      </p:pic>
      <p:pic>
        <p:nvPicPr>
          <p:cNvPr id="11" name="Picture 10">
            <a:extLst>
              <a:ext uri="{FF2B5EF4-FFF2-40B4-BE49-F238E27FC236}">
                <a16:creationId xmlns:a16="http://schemas.microsoft.com/office/drawing/2014/main" id="{EC110297-79A3-691E-E997-AF90D02E1F6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56805" y="4343827"/>
            <a:ext cx="4786351" cy="2697004"/>
          </a:xfrm>
          <a:prstGeom prst="rect">
            <a:avLst/>
          </a:prstGeom>
        </p:spPr>
      </p:pic>
      <p:sp>
        <p:nvSpPr>
          <p:cNvPr id="4" name="TextBox 3">
            <a:extLst>
              <a:ext uri="{FF2B5EF4-FFF2-40B4-BE49-F238E27FC236}">
                <a16:creationId xmlns:a16="http://schemas.microsoft.com/office/drawing/2014/main" id="{26A86213-2341-6D5B-6DFB-9EB7ED9530C8}"/>
              </a:ext>
            </a:extLst>
          </p:cNvPr>
          <p:cNvSpPr txBox="1"/>
          <p:nvPr/>
        </p:nvSpPr>
        <p:spPr>
          <a:xfrm>
            <a:off x="1727944" y="3683543"/>
            <a:ext cx="2880320" cy="369332"/>
          </a:xfrm>
          <a:prstGeom prst="rect">
            <a:avLst/>
          </a:prstGeom>
          <a:noFill/>
        </p:spPr>
        <p:txBody>
          <a:bodyPr wrap="square" rtlCol="0">
            <a:spAutoFit/>
          </a:bodyPr>
          <a:lstStyle/>
          <a:p>
            <a:r>
              <a:rPr lang="en-US" dirty="0"/>
              <a:t>Role Selection</a:t>
            </a:r>
            <a:endParaRPr lang="en-IN" dirty="0"/>
          </a:p>
        </p:txBody>
      </p:sp>
      <p:sp>
        <p:nvSpPr>
          <p:cNvPr id="6" name="TextBox 5">
            <a:extLst>
              <a:ext uri="{FF2B5EF4-FFF2-40B4-BE49-F238E27FC236}">
                <a16:creationId xmlns:a16="http://schemas.microsoft.com/office/drawing/2014/main" id="{1E3C3CC5-24CB-6692-0BB6-19BA216FF575}"/>
              </a:ext>
            </a:extLst>
          </p:cNvPr>
          <p:cNvSpPr txBox="1"/>
          <p:nvPr/>
        </p:nvSpPr>
        <p:spPr>
          <a:xfrm>
            <a:off x="7056536" y="3698209"/>
            <a:ext cx="2376264" cy="369332"/>
          </a:xfrm>
          <a:prstGeom prst="rect">
            <a:avLst/>
          </a:prstGeom>
          <a:noFill/>
        </p:spPr>
        <p:txBody>
          <a:bodyPr wrap="square" rtlCol="0">
            <a:spAutoFit/>
          </a:bodyPr>
          <a:lstStyle/>
          <a:p>
            <a:r>
              <a:rPr lang="en-US" dirty="0"/>
              <a:t>Login Page</a:t>
            </a:r>
            <a:endParaRPr lang="en-IN" dirty="0"/>
          </a:p>
        </p:txBody>
      </p:sp>
      <p:sp>
        <p:nvSpPr>
          <p:cNvPr id="7" name="TextBox 6">
            <a:extLst>
              <a:ext uri="{FF2B5EF4-FFF2-40B4-BE49-F238E27FC236}">
                <a16:creationId xmlns:a16="http://schemas.microsoft.com/office/drawing/2014/main" id="{C7727AD7-C769-3B67-BF58-2B634621CF28}"/>
              </a:ext>
            </a:extLst>
          </p:cNvPr>
          <p:cNvSpPr txBox="1"/>
          <p:nvPr/>
        </p:nvSpPr>
        <p:spPr>
          <a:xfrm>
            <a:off x="1943968" y="7121315"/>
            <a:ext cx="2664296" cy="369332"/>
          </a:xfrm>
          <a:prstGeom prst="rect">
            <a:avLst/>
          </a:prstGeom>
          <a:noFill/>
        </p:spPr>
        <p:txBody>
          <a:bodyPr wrap="square" rtlCol="0">
            <a:spAutoFit/>
          </a:bodyPr>
          <a:lstStyle/>
          <a:p>
            <a:r>
              <a:rPr lang="en-US" dirty="0"/>
              <a:t>Menu and Time</a:t>
            </a:r>
            <a:endParaRPr lang="en-IN" dirty="0"/>
          </a:p>
        </p:txBody>
      </p:sp>
      <p:sp>
        <p:nvSpPr>
          <p:cNvPr id="8" name="TextBox 7">
            <a:extLst>
              <a:ext uri="{FF2B5EF4-FFF2-40B4-BE49-F238E27FC236}">
                <a16:creationId xmlns:a16="http://schemas.microsoft.com/office/drawing/2014/main" id="{4B64D7EA-32BA-CE08-2DF2-BD9041F7CCF4}"/>
              </a:ext>
            </a:extLst>
          </p:cNvPr>
          <p:cNvSpPr txBox="1"/>
          <p:nvPr/>
        </p:nvSpPr>
        <p:spPr>
          <a:xfrm>
            <a:off x="7276240" y="7104712"/>
            <a:ext cx="2664296" cy="369332"/>
          </a:xfrm>
          <a:prstGeom prst="rect">
            <a:avLst/>
          </a:prstGeom>
          <a:noFill/>
        </p:spPr>
        <p:txBody>
          <a:bodyPr wrap="square" rtlCol="0">
            <a:spAutoFit/>
          </a:bodyPr>
          <a:lstStyle/>
          <a:p>
            <a:r>
              <a:rPr lang="en-US" dirty="0"/>
              <a:t>Order Cart</a:t>
            </a:r>
            <a:endParaRPr lang="en-IN" dirty="0"/>
          </a:p>
        </p:txBody>
      </p:sp>
      <p:sp>
        <p:nvSpPr>
          <p:cNvPr id="9" name="TextBox 8">
            <a:extLst>
              <a:ext uri="{FF2B5EF4-FFF2-40B4-BE49-F238E27FC236}">
                <a16:creationId xmlns:a16="http://schemas.microsoft.com/office/drawing/2014/main" id="{304D5131-420C-4DDA-090D-5982BA4D0B3C}"/>
              </a:ext>
            </a:extLst>
          </p:cNvPr>
          <p:cNvSpPr txBox="1"/>
          <p:nvPr/>
        </p:nvSpPr>
        <p:spPr>
          <a:xfrm>
            <a:off x="4076486" y="253972"/>
            <a:ext cx="3456384" cy="369332"/>
          </a:xfrm>
          <a:prstGeom prst="rect">
            <a:avLst/>
          </a:prstGeom>
          <a:noFill/>
        </p:spPr>
        <p:txBody>
          <a:bodyPr wrap="square" rtlCol="0">
            <a:spAutoFit/>
          </a:bodyPr>
          <a:lstStyle/>
          <a:p>
            <a:r>
              <a:rPr lang="en-US" dirty="0"/>
              <a:t>Student Dashboard</a:t>
            </a:r>
            <a:endParaRPr lang="en-IN" dirty="0"/>
          </a:p>
        </p:txBody>
      </p:sp>
      <p:pic>
        <p:nvPicPr>
          <p:cNvPr id="12" name="Picture 11">
            <a:extLst>
              <a:ext uri="{FF2B5EF4-FFF2-40B4-BE49-F238E27FC236}">
                <a16:creationId xmlns:a16="http://schemas.microsoft.com/office/drawing/2014/main" id="{A0B1E62D-187F-44EA-A822-F8CAC88B65A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400352" y="812853"/>
            <a:ext cx="4461321" cy="2789682"/>
          </a:xfrm>
          <a:prstGeom prst="rect">
            <a:avLst/>
          </a:prstGeom>
        </p:spPr>
      </p:pic>
      <p:pic>
        <p:nvPicPr>
          <p:cNvPr id="3" name="Picture 2">
            <a:extLst>
              <a:ext uri="{FF2B5EF4-FFF2-40B4-BE49-F238E27FC236}">
                <a16:creationId xmlns:a16="http://schemas.microsoft.com/office/drawing/2014/main" id="{EC2AFC71-66D5-A5AA-A435-F3AEADBD71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2272" y="676817"/>
            <a:ext cx="4824536" cy="3001300"/>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633E2A1-FB2E-8088-A9F8-04B9C48302AB}"/>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0A048284-5E01-2ECD-4325-C2C1EDDE4A63}"/>
              </a:ext>
            </a:extLst>
          </p:cNvPr>
          <p:cNvSpPr>
            <a:spLocks noChangeArrowheads="1"/>
          </p:cNvSpPr>
          <p:nvPr/>
        </p:nvSpPr>
        <p:spPr bwMode="auto">
          <a:xfrm>
            <a:off x="503238" y="301625"/>
            <a:ext cx="9070975" cy="8016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3555" name="Rectangle 2">
            <a:extLst>
              <a:ext uri="{FF2B5EF4-FFF2-40B4-BE49-F238E27FC236}">
                <a16:creationId xmlns:a16="http://schemas.microsoft.com/office/drawing/2014/main" id="{157671B6-F12F-462B-9FFE-911517AA77E7}"/>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E356B49-0BDD-B74F-7F68-32FE4B6586A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22022" y="4315828"/>
            <a:ext cx="5158603" cy="2946738"/>
          </a:xfrm>
          <a:prstGeom prst="rect">
            <a:avLst/>
          </a:prstGeom>
        </p:spPr>
      </p:pic>
      <p:pic>
        <p:nvPicPr>
          <p:cNvPr id="9" name="Picture 8">
            <a:extLst>
              <a:ext uri="{FF2B5EF4-FFF2-40B4-BE49-F238E27FC236}">
                <a16:creationId xmlns:a16="http://schemas.microsoft.com/office/drawing/2014/main" id="{0FB39D03-BA9A-4194-C694-4E7CE83CBC7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41751" y="1071065"/>
            <a:ext cx="5158602" cy="2926015"/>
          </a:xfrm>
          <a:prstGeom prst="rect">
            <a:avLst/>
          </a:prstGeom>
        </p:spPr>
      </p:pic>
      <p:sp>
        <p:nvSpPr>
          <p:cNvPr id="2" name="TextBox 1">
            <a:extLst>
              <a:ext uri="{FF2B5EF4-FFF2-40B4-BE49-F238E27FC236}">
                <a16:creationId xmlns:a16="http://schemas.microsoft.com/office/drawing/2014/main" id="{2D993C4C-AD99-2D6A-158E-CDD0A4B12B70}"/>
              </a:ext>
            </a:extLst>
          </p:cNvPr>
          <p:cNvSpPr txBox="1"/>
          <p:nvPr/>
        </p:nvSpPr>
        <p:spPr>
          <a:xfrm>
            <a:off x="2113710" y="4254345"/>
            <a:ext cx="2808312" cy="369332"/>
          </a:xfrm>
          <a:prstGeom prst="rect">
            <a:avLst/>
          </a:prstGeom>
          <a:noFill/>
        </p:spPr>
        <p:txBody>
          <a:bodyPr wrap="square" rtlCol="0">
            <a:spAutoFit/>
          </a:bodyPr>
          <a:lstStyle/>
          <a:p>
            <a:r>
              <a:rPr lang="en-US" dirty="0"/>
              <a:t>Profile</a:t>
            </a:r>
            <a:endParaRPr lang="en-IN" dirty="0"/>
          </a:p>
        </p:txBody>
      </p:sp>
      <p:sp>
        <p:nvSpPr>
          <p:cNvPr id="4" name="TextBox 3">
            <a:extLst>
              <a:ext uri="{FF2B5EF4-FFF2-40B4-BE49-F238E27FC236}">
                <a16:creationId xmlns:a16="http://schemas.microsoft.com/office/drawing/2014/main" id="{107C3450-AFC3-20A9-718C-21463EFD4252}"/>
              </a:ext>
            </a:extLst>
          </p:cNvPr>
          <p:cNvSpPr txBox="1"/>
          <p:nvPr/>
        </p:nvSpPr>
        <p:spPr>
          <a:xfrm>
            <a:off x="7056536" y="3632916"/>
            <a:ext cx="2664296" cy="369332"/>
          </a:xfrm>
          <a:prstGeom prst="rect">
            <a:avLst/>
          </a:prstGeom>
          <a:noFill/>
        </p:spPr>
        <p:txBody>
          <a:bodyPr wrap="square" rtlCol="0">
            <a:spAutoFit/>
          </a:bodyPr>
          <a:lstStyle/>
          <a:p>
            <a:r>
              <a:rPr lang="en-US" dirty="0"/>
              <a:t>Order History</a:t>
            </a:r>
            <a:endParaRPr lang="en-IN" dirty="0"/>
          </a:p>
        </p:txBody>
      </p:sp>
    </p:spTree>
    <p:extLst>
      <p:ext uri="{BB962C8B-B14F-4D97-AF65-F5344CB8AC3E}">
        <p14:creationId xmlns:p14="http://schemas.microsoft.com/office/powerpoint/2010/main" val="2529355994"/>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50F560-8D72-2DAA-09B4-DEB62D816176}"/>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EEFCD08A-D177-5935-73D5-D0C843C5D159}"/>
              </a:ext>
            </a:extLst>
          </p:cNvPr>
          <p:cNvSpPr>
            <a:spLocks noChangeArrowheads="1"/>
          </p:cNvSpPr>
          <p:nvPr/>
        </p:nvSpPr>
        <p:spPr bwMode="auto">
          <a:xfrm>
            <a:off x="365303" y="34557"/>
            <a:ext cx="9070975" cy="8016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3555" name="Rectangle 2">
            <a:extLst>
              <a:ext uri="{FF2B5EF4-FFF2-40B4-BE49-F238E27FC236}">
                <a16:creationId xmlns:a16="http://schemas.microsoft.com/office/drawing/2014/main" id="{0AA824CE-C20B-1263-18BE-9D22EA029B0A}"/>
              </a:ext>
            </a:extLst>
          </p:cNvPr>
          <p:cNvSpPr>
            <a:spLocks noChangeArrowheads="1"/>
          </p:cNvSpPr>
          <p:nvPr/>
        </p:nvSpPr>
        <p:spPr bwMode="auto">
          <a:xfrm>
            <a:off x="1295896" y="1563688"/>
            <a:ext cx="8278317" cy="452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A7B99BB-7FBD-292E-A884-F96070193D8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62593" y="657255"/>
            <a:ext cx="4873655" cy="2745768"/>
          </a:xfrm>
          <a:prstGeom prst="rect">
            <a:avLst/>
          </a:prstGeom>
        </p:spPr>
      </p:pic>
      <p:pic>
        <p:nvPicPr>
          <p:cNvPr id="9" name="Picture 8">
            <a:extLst>
              <a:ext uri="{FF2B5EF4-FFF2-40B4-BE49-F238E27FC236}">
                <a16:creationId xmlns:a16="http://schemas.microsoft.com/office/drawing/2014/main" id="{AD2FFA21-C08C-9753-A4F4-C79E4D1771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98226" y="4149768"/>
            <a:ext cx="4873655" cy="2759535"/>
          </a:xfrm>
          <a:prstGeom prst="rect">
            <a:avLst/>
          </a:prstGeom>
        </p:spPr>
      </p:pic>
      <p:sp>
        <p:nvSpPr>
          <p:cNvPr id="4" name="TextBox 3">
            <a:extLst>
              <a:ext uri="{FF2B5EF4-FFF2-40B4-BE49-F238E27FC236}">
                <a16:creationId xmlns:a16="http://schemas.microsoft.com/office/drawing/2014/main" id="{845C8B0B-C1C7-76C4-F8F4-DC1BFBFA0045}"/>
              </a:ext>
            </a:extLst>
          </p:cNvPr>
          <p:cNvSpPr txBox="1"/>
          <p:nvPr/>
        </p:nvSpPr>
        <p:spPr>
          <a:xfrm>
            <a:off x="4104208" y="116959"/>
            <a:ext cx="5054600" cy="369332"/>
          </a:xfrm>
          <a:prstGeom prst="rect">
            <a:avLst/>
          </a:prstGeom>
          <a:noFill/>
        </p:spPr>
        <p:txBody>
          <a:bodyPr wrap="square">
            <a:spAutoFit/>
          </a:bodyPr>
          <a:lstStyle/>
          <a:p>
            <a:r>
              <a:rPr lang="en-US" b="1" dirty="0"/>
              <a:t>Admin Dashboard</a:t>
            </a:r>
            <a:endParaRPr lang="en-IN" b="1" dirty="0"/>
          </a:p>
        </p:txBody>
      </p:sp>
      <p:sp>
        <p:nvSpPr>
          <p:cNvPr id="2" name="TextBox 1">
            <a:extLst>
              <a:ext uri="{FF2B5EF4-FFF2-40B4-BE49-F238E27FC236}">
                <a16:creationId xmlns:a16="http://schemas.microsoft.com/office/drawing/2014/main" id="{F7B2D5A0-73B4-8691-7E62-C927A6E258FF}"/>
              </a:ext>
            </a:extLst>
          </p:cNvPr>
          <p:cNvSpPr txBox="1"/>
          <p:nvPr/>
        </p:nvSpPr>
        <p:spPr>
          <a:xfrm>
            <a:off x="1943968" y="3548973"/>
            <a:ext cx="2880320" cy="369332"/>
          </a:xfrm>
          <a:prstGeom prst="rect">
            <a:avLst/>
          </a:prstGeom>
          <a:noFill/>
        </p:spPr>
        <p:txBody>
          <a:bodyPr wrap="square" rtlCol="0">
            <a:spAutoFit/>
          </a:bodyPr>
          <a:lstStyle/>
          <a:p>
            <a:r>
              <a:rPr lang="en-US" dirty="0"/>
              <a:t>Login Page</a:t>
            </a:r>
            <a:endParaRPr lang="en-IN" dirty="0"/>
          </a:p>
        </p:txBody>
      </p:sp>
      <p:sp>
        <p:nvSpPr>
          <p:cNvPr id="6" name="TextBox 5">
            <a:extLst>
              <a:ext uri="{FF2B5EF4-FFF2-40B4-BE49-F238E27FC236}">
                <a16:creationId xmlns:a16="http://schemas.microsoft.com/office/drawing/2014/main" id="{06021BD5-B314-9A4B-E864-727759BA476F}"/>
              </a:ext>
            </a:extLst>
          </p:cNvPr>
          <p:cNvSpPr txBox="1"/>
          <p:nvPr/>
        </p:nvSpPr>
        <p:spPr>
          <a:xfrm>
            <a:off x="7060013" y="3548973"/>
            <a:ext cx="2376265" cy="369332"/>
          </a:xfrm>
          <a:prstGeom prst="rect">
            <a:avLst/>
          </a:prstGeom>
          <a:noFill/>
        </p:spPr>
        <p:txBody>
          <a:bodyPr wrap="square" rtlCol="0">
            <a:spAutoFit/>
          </a:bodyPr>
          <a:lstStyle/>
          <a:p>
            <a:r>
              <a:rPr lang="en-US" dirty="0"/>
              <a:t>Orders List</a:t>
            </a:r>
            <a:endParaRPr lang="en-IN" dirty="0"/>
          </a:p>
        </p:txBody>
      </p:sp>
      <p:sp>
        <p:nvSpPr>
          <p:cNvPr id="8" name="TextBox 7">
            <a:extLst>
              <a:ext uri="{FF2B5EF4-FFF2-40B4-BE49-F238E27FC236}">
                <a16:creationId xmlns:a16="http://schemas.microsoft.com/office/drawing/2014/main" id="{DDBF98F0-212A-A25B-B9EB-D6E4AB4F6117}"/>
              </a:ext>
            </a:extLst>
          </p:cNvPr>
          <p:cNvSpPr txBox="1"/>
          <p:nvPr/>
        </p:nvSpPr>
        <p:spPr>
          <a:xfrm>
            <a:off x="4464248" y="7073384"/>
            <a:ext cx="3096344" cy="369332"/>
          </a:xfrm>
          <a:prstGeom prst="rect">
            <a:avLst/>
          </a:prstGeom>
          <a:noFill/>
        </p:spPr>
        <p:txBody>
          <a:bodyPr wrap="square" rtlCol="0">
            <a:spAutoFit/>
          </a:bodyPr>
          <a:lstStyle/>
          <a:p>
            <a:r>
              <a:rPr lang="en-US" dirty="0"/>
              <a:t>Menu Management</a:t>
            </a:r>
            <a:endParaRPr lang="en-IN" dirty="0"/>
          </a:p>
        </p:txBody>
      </p:sp>
      <p:pic>
        <p:nvPicPr>
          <p:cNvPr id="10" name="Picture 9">
            <a:extLst>
              <a:ext uri="{FF2B5EF4-FFF2-40B4-BE49-F238E27FC236}">
                <a16:creationId xmlns:a16="http://schemas.microsoft.com/office/drawing/2014/main" id="{4106CA49-6C39-4AE0-A9CF-A07587B1A91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9929" y="836245"/>
            <a:ext cx="4830154" cy="2736303"/>
          </a:xfrm>
          <a:prstGeom prst="rect">
            <a:avLst/>
          </a:prstGeom>
        </p:spPr>
      </p:pic>
    </p:spTree>
    <p:extLst>
      <p:ext uri="{BB962C8B-B14F-4D97-AF65-F5344CB8AC3E}">
        <p14:creationId xmlns:p14="http://schemas.microsoft.com/office/powerpoint/2010/main" val="2539144107"/>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C6A3492D-64EF-2E48-91B4-F17593227DF3}"/>
              </a:ext>
            </a:extLst>
          </p:cNvPr>
          <p:cNvSpPr>
            <a:spLocks noChangeArrowheads="1"/>
          </p:cNvSpPr>
          <p:nvPr/>
        </p:nvSpPr>
        <p:spPr bwMode="auto">
          <a:xfrm>
            <a:off x="551235" y="182155"/>
            <a:ext cx="9070975" cy="1262063"/>
          </a:xfrm>
          <a:prstGeom prst="rect">
            <a:avLst/>
          </a:prstGeom>
          <a:noFill/>
          <a:ln>
            <a:noFill/>
          </a:ln>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Clr>
                <a:srgbClr val="000000"/>
              </a:buClr>
              <a:buSzPct val="100000"/>
              <a:buFont typeface="Times New Roman" panose="02020603050405020304" pitchFamily="18" charset="0"/>
              <a:buNone/>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a:t>
            </a:r>
            <a:r>
              <a:rPr lang="en-US" altLang="en-US" sz="3600" b="1" dirty="0">
                <a:latin typeface="Times New Roman" panose="02020603050405020304" pitchFamily="18" charset="0"/>
                <a:cs typeface="Times New Roman" panose="02020603050405020304" pitchFamily="18" charset="0"/>
              </a:rPr>
              <a:t> &amp; </a:t>
            </a: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Analysis</a:t>
            </a:r>
          </a:p>
        </p:txBody>
      </p:sp>
      <p:sp>
        <p:nvSpPr>
          <p:cNvPr id="25603" name="Rectangle 2">
            <a:extLst>
              <a:ext uri="{FF2B5EF4-FFF2-40B4-BE49-F238E27FC236}">
                <a16:creationId xmlns:a16="http://schemas.microsoft.com/office/drawing/2014/main" id="{C9FCBF64-B176-5A3E-AC4B-D733DB95E6F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5604" name="Rectangle 4">
            <a:extLst>
              <a:ext uri="{FF2B5EF4-FFF2-40B4-BE49-F238E27FC236}">
                <a16:creationId xmlns:a16="http://schemas.microsoft.com/office/drawing/2014/main" id="{21D84E41-43E9-3167-7E5D-643F6DA2E37B}"/>
              </a:ext>
            </a:extLst>
          </p:cNvPr>
          <p:cNvSpPr>
            <a:spLocks noChangeArrowheads="1"/>
          </p:cNvSpPr>
          <p:nvPr/>
        </p:nvSpPr>
        <p:spPr bwMode="auto">
          <a:xfrm>
            <a:off x="503238" y="1628884"/>
            <a:ext cx="871061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r>
              <a:rPr lang="en-US" sz="2400" b="1" dirty="0">
                <a:latin typeface="Times New Roman" panose="02020603050405020304" pitchFamily="18" charset="0"/>
                <a:cs typeface="Times New Roman" panose="02020603050405020304" pitchFamily="18" charset="0"/>
              </a:rPr>
              <a:t>Performance Metrics (Key Results)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Order Processing Time:</a:t>
            </a:r>
            <a:r>
              <a:rPr lang="en-US" sz="2400" dirty="0">
                <a:latin typeface="Times New Roman" panose="02020603050405020304" pitchFamily="18" charset="0"/>
                <a:cs typeface="Times New Roman" panose="02020603050405020304" pitchFamily="18" charset="0"/>
              </a:rPr>
              <a:t> Reduced from </a:t>
            </a:r>
            <a:r>
              <a:rPr lang="en-US" sz="2400" b="1" dirty="0">
                <a:latin typeface="Times New Roman" panose="02020603050405020304" pitchFamily="18" charset="0"/>
                <a:cs typeface="Times New Roman" panose="02020603050405020304" pitchFamily="18" charset="0"/>
              </a:rPr>
              <a:t>15 minutes</a:t>
            </a:r>
            <a:r>
              <a:rPr lang="en-US" sz="2400" dirty="0">
                <a:latin typeface="Times New Roman" panose="02020603050405020304" pitchFamily="18" charset="0"/>
                <a:cs typeface="Times New Roman" panose="02020603050405020304" pitchFamily="18" charset="0"/>
              </a:rPr>
              <a:t> (Manual) to </a:t>
            </a:r>
            <a:r>
              <a:rPr lang="en-US" sz="2400" b="1" dirty="0">
                <a:latin typeface="Times New Roman" panose="02020603050405020304" pitchFamily="18" charset="0"/>
                <a:cs typeface="Times New Roman" panose="02020603050405020304" pitchFamily="18" charset="0"/>
              </a:rPr>
              <a:t>2 							minutes</a:t>
            </a:r>
            <a:r>
              <a:rPr lang="en-US" sz="2400" dirty="0">
                <a:latin typeface="Times New Roman" panose="02020603050405020304" pitchFamily="18" charset="0"/>
                <a:cs typeface="Times New Roman" panose="02020603050405020304" pitchFamily="18" charset="0"/>
              </a:rPr>
              <a:t> (App).</a:t>
            </a:r>
          </a:p>
          <a:p>
            <a:r>
              <a:rPr lang="en-US" sz="2400" b="1" dirty="0">
                <a:latin typeface="Times New Roman" panose="02020603050405020304" pitchFamily="18" charset="0"/>
                <a:cs typeface="Times New Roman" panose="02020603050405020304" pitchFamily="18" charset="0"/>
              </a:rPr>
              <a:t>Data Accuracy:</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100%</a:t>
            </a:r>
            <a:r>
              <a:rPr lang="en-US" sz="2400" dirty="0">
                <a:latin typeface="Times New Roman" panose="02020603050405020304" pitchFamily="18" charset="0"/>
                <a:cs typeface="Times New Roman" panose="02020603050405020304" pitchFamily="18" charset="0"/>
              </a:rPr>
              <a:t> accuracy in billing and order recording (Zero 				    calculation errors).</a:t>
            </a:r>
          </a:p>
          <a:p>
            <a:r>
              <a:rPr lang="en-US" sz="2400" b="1" dirty="0">
                <a:latin typeface="Times New Roman" panose="02020603050405020304" pitchFamily="18" charset="0"/>
                <a:cs typeface="Times New Roman" panose="02020603050405020304" pitchFamily="18" charset="0"/>
              </a:rPr>
              <a:t>Usability :</a:t>
            </a:r>
            <a:r>
              <a:rPr lang="en-US" sz="2400" dirty="0">
                <a:latin typeface="Times New Roman" panose="02020603050405020304" pitchFamily="18" charset="0"/>
                <a:cs typeface="Times New Roman" panose="02020603050405020304" pitchFamily="18" charset="0"/>
              </a:rPr>
              <a:t>The system has a simple and easy interface that students 			and staff can use without training.</a:t>
            </a:r>
          </a:p>
          <a:p>
            <a:r>
              <a:rPr lang="en-US" sz="2400" b="1" dirty="0">
                <a:latin typeface="Times New Roman" panose="02020603050405020304" pitchFamily="18" charset="0"/>
                <a:cs typeface="Times New Roman" panose="02020603050405020304" pitchFamily="18" charset="0"/>
              </a:rPr>
              <a:t>Real-Time Tracking </a:t>
            </a:r>
            <a:r>
              <a:rPr lang="en-US" sz="2400" b="1" dirty="0" err="1">
                <a:latin typeface="Times New Roman" panose="02020603050405020304" pitchFamily="18" charset="0"/>
                <a:cs typeface="Times New Roman" panose="02020603050405020304" pitchFamily="18" charset="0"/>
              </a:rPr>
              <a:t>Efficiency:</a:t>
            </a:r>
            <a:r>
              <a:rPr lang="en-US" sz="2400" dirty="0" err="1">
                <a:latin typeface="Times New Roman" panose="02020603050405020304" pitchFamily="18" charset="0"/>
                <a:cs typeface="Times New Roman" panose="02020603050405020304" pitchFamily="18" charset="0"/>
              </a:rPr>
              <a:t>Users</a:t>
            </a:r>
            <a:r>
              <a:rPr lang="en-US" sz="2400" dirty="0">
                <a:latin typeface="Times New Roman" panose="02020603050405020304" pitchFamily="18" charset="0"/>
                <a:cs typeface="Times New Roman" panose="02020603050405020304" pitchFamily="18" charset="0"/>
              </a:rPr>
              <a:t> can see live order status 							updates like Preparing, Ready, or Delivered.</a:t>
            </a:r>
          </a:p>
          <a:p>
            <a:r>
              <a:rPr lang="en-IN" sz="2400" b="1" dirty="0">
                <a:latin typeface="Times New Roman" panose="02020603050405020304" pitchFamily="18" charset="0"/>
                <a:cs typeface="Times New Roman" panose="02020603050405020304" pitchFamily="18" charset="0"/>
              </a:rPr>
              <a:t>Multi-Canteen Management:</a:t>
            </a:r>
            <a:r>
              <a:rPr lang="en-US" sz="2400" dirty="0">
                <a:latin typeface="Times New Roman" panose="02020603050405020304" pitchFamily="18" charset="0"/>
                <a:cs typeface="Times New Roman" panose="02020603050405020304" pitchFamily="18" charset="0"/>
              </a:rPr>
              <a:t>The system manages multiple 						canteens on one platform for easy control and updates.</a:t>
            </a:r>
            <a:endParaRPr lang="en-IN"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Queue </a:t>
            </a:r>
            <a:r>
              <a:rPr lang="en-US" sz="2400" b="1" dirty="0" err="1">
                <a:latin typeface="Times New Roman" panose="02020603050405020304" pitchFamily="18" charset="0"/>
                <a:cs typeface="Times New Roman" panose="02020603050405020304" pitchFamily="18" charset="0"/>
              </a:rPr>
              <a:t>Reduction:</a:t>
            </a:r>
            <a:r>
              <a:rPr lang="en-US" sz="2400" dirty="0" err="1">
                <a:latin typeface="Times New Roman" panose="02020603050405020304" pitchFamily="18" charset="0"/>
                <a:cs typeface="Times New Roman" panose="02020603050405020304" pitchFamily="18" charset="0"/>
              </a:rPr>
              <a:t>Online</a:t>
            </a:r>
            <a:r>
              <a:rPr lang="en-US" sz="2400" dirty="0">
                <a:latin typeface="Times New Roman" panose="02020603050405020304" pitchFamily="18" charset="0"/>
                <a:cs typeface="Times New Roman" panose="02020603050405020304" pitchFamily="18" charset="0"/>
              </a:rPr>
              <a:t> ordering and pre-scheduling reduce crowd   					 and waiting time at the counter.</a:t>
            </a:r>
          </a:p>
          <a:p>
            <a:endParaRPr lang="en-US" sz="24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64C06B30-03CC-89D7-F6A5-3FA5D4EDDAC5}"/>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29699" name="Rectangle 2">
            <a:extLst>
              <a:ext uri="{FF2B5EF4-FFF2-40B4-BE49-F238E27FC236}">
                <a16:creationId xmlns:a16="http://schemas.microsoft.com/office/drawing/2014/main" id="{CCD11761-B9BA-28E3-4488-75B37658AE5D}"/>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9700" name="Content Placeholder 2">
            <a:extLst>
              <a:ext uri="{FF2B5EF4-FFF2-40B4-BE49-F238E27FC236}">
                <a16:creationId xmlns:a16="http://schemas.microsoft.com/office/drawing/2014/main" id="{EC251CA9-E81B-046F-BDE4-36F3B0474359}"/>
              </a:ext>
            </a:extLst>
          </p:cNvPr>
          <p:cNvSpPr txBox="1">
            <a:spLocks noChangeArrowheads="1"/>
          </p:cNvSpPr>
          <p:nvPr/>
        </p:nvSpPr>
        <p:spPr bwMode="auto">
          <a:xfrm>
            <a:off x="539750" y="1484313"/>
            <a:ext cx="867727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marL="0" indent="0">
              <a:spcBef>
                <a:spcPct val="0"/>
              </a:spcBef>
              <a:buClrTx/>
              <a:buSzTx/>
              <a:buNone/>
            </a:pPr>
            <a:r>
              <a:rPr lang="en-IN" dirty="0">
                <a:latin typeface="Times New Roman" panose="02020603050405020304" pitchFamily="18" charset="0"/>
                <a:cs typeface="Times New Roman" panose="02020603050405020304" pitchFamily="18" charset="0"/>
              </a:rPr>
              <a:t>[1]	S. Bhattarai, S. K. Shrestha, and R. K. Sah, "QR Code Based Food Ordering 	System," </a:t>
            </a:r>
            <a:r>
              <a:rPr lang="en-IN" i="1" dirty="0">
                <a:latin typeface="Times New Roman" panose="02020603050405020304" pitchFamily="18" charset="0"/>
                <a:cs typeface="Times New Roman" panose="02020603050405020304" pitchFamily="18" charset="0"/>
              </a:rPr>
              <a:t>Semantic Scholar</a:t>
            </a:r>
            <a:r>
              <a:rPr lang="en-IN" dirty="0">
                <a:latin typeface="Times New Roman" panose="02020603050405020304" pitchFamily="18" charset="0"/>
                <a:cs typeface="Times New Roman" panose="02020603050405020304" pitchFamily="18" charset="0"/>
              </a:rPr>
              <a:t>, Corpus ID: 2458912, 2024. [Online]. Available: 	</a:t>
            </a:r>
            <a:r>
              <a:rPr lang="en-IN" dirty="0">
                <a:solidFill>
                  <a:srgbClr val="3FCDE7"/>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https://semanticscholar.</a:t>
            </a:r>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org</a:t>
            </a:r>
            <a:endParaRPr lang="en-IN" dirty="0">
              <a:solidFill>
                <a:schemeClr val="bg1"/>
              </a:solidFill>
              <a:latin typeface="Times New Roman" panose="02020603050405020304" pitchFamily="18" charset="0"/>
              <a:cs typeface="Times New Roman" panose="02020603050405020304" pitchFamily="18" charset="0"/>
            </a:endParaRPr>
          </a:p>
          <a:p>
            <a:pPr marL="0" indent="0">
              <a:spcBef>
                <a:spcPct val="0"/>
              </a:spcBef>
              <a:buClrTx/>
              <a:buSzTx/>
              <a:buNone/>
            </a:pPr>
            <a:r>
              <a:rPr lang="en-IN" dirty="0">
                <a:latin typeface="Times New Roman" panose="02020603050405020304" pitchFamily="18" charset="0"/>
                <a:cs typeface="Times New Roman" panose="02020603050405020304" pitchFamily="18" charset="0"/>
              </a:rPr>
              <a:t>[2]	A. </a:t>
            </a:r>
            <a:r>
              <a:rPr lang="en-IN" dirty="0" err="1">
                <a:latin typeface="Times New Roman" panose="02020603050405020304" pitchFamily="18" charset="0"/>
                <a:cs typeface="Times New Roman" panose="02020603050405020304" pitchFamily="18" charset="0"/>
              </a:rPr>
              <a:t>Katkar</a:t>
            </a:r>
            <a:r>
              <a:rPr lang="en-IN" dirty="0">
                <a:latin typeface="Times New Roman" panose="02020603050405020304" pitchFamily="18" charset="0"/>
                <a:cs typeface="Times New Roman" panose="02020603050405020304" pitchFamily="18" charset="0"/>
              </a:rPr>
              <a:t> and S. </a:t>
            </a:r>
            <a:r>
              <a:rPr lang="en-IN" dirty="0" err="1">
                <a:latin typeface="Times New Roman" panose="02020603050405020304" pitchFamily="18" charset="0"/>
                <a:cs typeface="Times New Roman" panose="02020603050405020304" pitchFamily="18" charset="0"/>
              </a:rPr>
              <a:t>Jangale</a:t>
            </a:r>
            <a:r>
              <a:rPr lang="en-IN" dirty="0">
                <a:latin typeface="Times New Roman" panose="02020603050405020304" pitchFamily="18" charset="0"/>
                <a:cs typeface="Times New Roman" panose="02020603050405020304" pitchFamily="18" charset="0"/>
              </a:rPr>
              <a:t>, "Smart Canteen Management System using Android 	with E-Wallet," </a:t>
            </a:r>
            <a:r>
              <a:rPr lang="en-IN" i="1" dirty="0">
                <a:latin typeface="Times New Roman" panose="02020603050405020304" pitchFamily="18" charset="0"/>
                <a:cs typeface="Times New Roman" panose="02020603050405020304" pitchFamily="18" charset="0"/>
              </a:rPr>
              <a:t>International Journal of Innovative Research in Computer and 		Communication Engineering (IJIRCCE)</a:t>
            </a:r>
            <a:r>
              <a:rPr lang="en-IN" dirty="0">
                <a:latin typeface="Times New Roman" panose="02020603050405020304" pitchFamily="18" charset="0"/>
                <a:cs typeface="Times New Roman" panose="02020603050405020304" pitchFamily="18" charset="0"/>
              </a:rPr>
              <a:t>, vol. 6, no. 2, pp. 120-125, 2018. 	Available: https://www.ijariit.com/manuscript/canteen-management-system-using-	the-e-wallet/</a:t>
            </a:r>
          </a:p>
          <a:p>
            <a:pPr marL="0" indent="0">
              <a:spcBef>
                <a:spcPct val="0"/>
              </a:spcBef>
              <a:buClrTx/>
              <a:buSzTx/>
              <a:buNone/>
            </a:pPr>
            <a:r>
              <a:rPr lang="en-IN" dirty="0">
                <a:latin typeface="Times New Roman" panose="02020603050405020304" pitchFamily="18" charset="0"/>
                <a:cs typeface="Times New Roman" panose="02020603050405020304" pitchFamily="18" charset="0"/>
              </a:rPr>
              <a:t>[3]	P. Bari, T. </a:t>
            </a:r>
            <a:r>
              <a:rPr lang="en-IN" dirty="0" err="1">
                <a:latin typeface="Times New Roman" panose="02020603050405020304" pitchFamily="18" charset="0"/>
                <a:cs typeface="Times New Roman" panose="02020603050405020304" pitchFamily="18" charset="0"/>
              </a:rPr>
              <a:t>Suroshe</a:t>
            </a:r>
            <a:r>
              <a:rPr lang="en-IN" dirty="0">
                <a:latin typeface="Times New Roman" panose="02020603050405020304" pitchFamily="18" charset="0"/>
                <a:cs typeface="Times New Roman" panose="02020603050405020304" pitchFamily="18" charset="0"/>
              </a:rPr>
              <a:t>, N. </a:t>
            </a:r>
            <a:r>
              <a:rPr lang="en-IN" dirty="0" err="1">
                <a:latin typeface="Times New Roman" panose="02020603050405020304" pitchFamily="18" charset="0"/>
                <a:cs typeface="Times New Roman" panose="02020603050405020304" pitchFamily="18" charset="0"/>
              </a:rPr>
              <a:t>Sathawne</a:t>
            </a:r>
            <a:r>
              <a:rPr lang="en-IN" dirty="0">
                <a:latin typeface="Times New Roman" panose="02020603050405020304" pitchFamily="18" charset="0"/>
                <a:cs typeface="Times New Roman" panose="02020603050405020304" pitchFamily="18" charset="0"/>
              </a:rPr>
              <a:t>, Y. Patil, and A. Patil, "Enhancing College 	Canteen Efficiency through Online Food Ordering: A Comprehensive Survey," </a:t>
            </a:r>
            <a:r>
              <a:rPr lang="en-IN" i="1" dirty="0">
                <a:latin typeface="Times New Roman" panose="02020603050405020304" pitchFamily="18" charset="0"/>
                <a:cs typeface="Times New Roman" panose="02020603050405020304" pitchFamily="18" charset="0"/>
              </a:rPr>
              <a:t>Int. 	J. of Sci. &amp; Research</a:t>
            </a:r>
            <a:r>
              <a:rPr lang="en-IN" dirty="0">
                <a:latin typeface="Times New Roman" panose="02020603050405020304" pitchFamily="18" charset="0"/>
                <a:cs typeface="Times New Roman" panose="02020603050405020304" pitchFamily="18" charset="0"/>
              </a:rPr>
              <a:t>, vol. 13, no. 4, pp. 1-6, 2024. [Online]. Available: 	</a:t>
            </a:r>
            <a:r>
              <a:rPr lang="en-IN" dirty="0">
                <a:latin typeface="Times New Roman" panose="02020603050405020304" pitchFamily="18" charset="0"/>
                <a:cs typeface="Times New Roman" panose="02020603050405020304" pitchFamily="18" charset="0"/>
                <a:hlinkClick r:id="rId4"/>
              </a:rPr>
              <a:t>https://www.ijsr.net</a:t>
            </a:r>
            <a:endParaRPr lang="en-IN" dirty="0">
              <a:latin typeface="Times New Roman" panose="02020603050405020304" pitchFamily="18" charset="0"/>
              <a:cs typeface="Times New Roman" panose="02020603050405020304" pitchFamily="18" charset="0"/>
            </a:endParaRPr>
          </a:p>
          <a:p>
            <a:pPr marL="0" indent="0">
              <a:spcBef>
                <a:spcPct val="0"/>
              </a:spcBef>
              <a:buClrTx/>
              <a:buSzTx/>
              <a:buNone/>
            </a:pPr>
            <a:r>
              <a:rPr lang="en-IN" dirty="0">
                <a:latin typeface="Times New Roman" panose="02020603050405020304" pitchFamily="18" charset="0"/>
                <a:cs typeface="Times New Roman" panose="02020603050405020304" pitchFamily="18" charset="0"/>
              </a:rPr>
              <a:t>[4]	C. Antony, A. Biju, A. Kuriakose, A. Mathew, and J. M. U, "Canteen Food 	Ordering and Managing System," </a:t>
            </a:r>
            <a:r>
              <a:rPr lang="en-IN" i="1" dirty="0">
                <a:latin typeface="Times New Roman" panose="02020603050405020304" pitchFamily="18" charset="0"/>
                <a:cs typeface="Times New Roman" panose="02020603050405020304" pitchFamily="18" charset="0"/>
              </a:rPr>
              <a:t>International Journal of Current Science 	Research and Review (IJCSRR)</a:t>
            </a:r>
            <a:r>
              <a:rPr lang="en-IN" dirty="0">
                <a:latin typeface="Times New Roman" panose="02020603050405020304" pitchFamily="18" charset="0"/>
                <a:cs typeface="Times New Roman" panose="02020603050405020304" pitchFamily="18" charset="0"/>
              </a:rPr>
              <a:t>, vol. 5, no. 6, pp. 2194-2199, Jun. 2022. DOI: 	10.47191/</a:t>
            </a:r>
            <a:r>
              <a:rPr lang="en-IN" dirty="0" err="1">
                <a:latin typeface="Times New Roman" panose="02020603050405020304" pitchFamily="18" charset="0"/>
                <a:cs typeface="Times New Roman" panose="02020603050405020304" pitchFamily="18" charset="0"/>
              </a:rPr>
              <a:t>ijcsrr</a:t>
            </a:r>
            <a:r>
              <a:rPr lang="en-IN" dirty="0">
                <a:latin typeface="Times New Roman" panose="02020603050405020304" pitchFamily="18" charset="0"/>
                <a:cs typeface="Times New Roman" panose="02020603050405020304" pitchFamily="18" charset="0"/>
              </a:rPr>
              <a:t>/V5-i6-51. [Online]. Available: </a:t>
            </a:r>
            <a:r>
              <a:rPr lang="en-IN" dirty="0">
                <a:latin typeface="Times New Roman" panose="02020603050405020304" pitchFamily="18" charset="0"/>
                <a:cs typeface="Times New Roman" panose="02020603050405020304" pitchFamily="18" charset="0"/>
                <a:hlinkClick r:id="rId5"/>
              </a:rPr>
              <a:t>https://ijcsrr.org</a:t>
            </a:r>
            <a:endParaRPr lang="en-IN" dirty="0">
              <a:latin typeface="Times New Roman" panose="02020603050405020304" pitchFamily="18" charset="0"/>
              <a:cs typeface="Times New Roman" panose="02020603050405020304" pitchFamily="18" charset="0"/>
            </a:endParaRPr>
          </a:p>
          <a:p>
            <a:pPr marL="0" indent="0">
              <a:spcBef>
                <a:spcPct val="0"/>
              </a:spcBef>
              <a:buClrTx/>
              <a:buSzTx/>
              <a:buNone/>
            </a:pPr>
            <a:r>
              <a:rPr lang="en-IN" dirty="0">
                <a:latin typeface="Times New Roman" panose="02020603050405020304" pitchFamily="18" charset="0"/>
                <a:cs typeface="Times New Roman" panose="02020603050405020304" pitchFamily="18" charset="0"/>
              </a:rPr>
              <a:t>[5]	R. B. Kale, R. K. </a:t>
            </a:r>
            <a:r>
              <a:rPr lang="en-IN" dirty="0" err="1">
                <a:latin typeface="Times New Roman" panose="02020603050405020304" pitchFamily="18" charset="0"/>
                <a:cs typeface="Times New Roman" panose="02020603050405020304" pitchFamily="18" charset="0"/>
              </a:rPr>
              <a:t>Balwade</a:t>
            </a:r>
            <a:r>
              <a:rPr lang="en-IN" dirty="0">
                <a:latin typeface="Times New Roman" panose="02020603050405020304" pitchFamily="18" charset="0"/>
                <a:cs typeface="Times New Roman" panose="02020603050405020304" pitchFamily="18" charset="0"/>
              </a:rPr>
              <a:t>, and V. B. </a:t>
            </a:r>
            <a:r>
              <a:rPr lang="en-IN" dirty="0" err="1">
                <a:latin typeface="Times New Roman" panose="02020603050405020304" pitchFamily="18" charset="0"/>
                <a:cs typeface="Times New Roman" panose="02020603050405020304" pitchFamily="18" charset="0"/>
              </a:rPr>
              <a:t>Gawai</a:t>
            </a:r>
            <a:r>
              <a:rPr lang="en-IN" dirty="0">
                <a:latin typeface="Times New Roman" panose="02020603050405020304" pitchFamily="18" charset="0"/>
                <a:cs typeface="Times New Roman" panose="02020603050405020304" pitchFamily="18" charset="0"/>
              </a:rPr>
              <a:t>, "Online Food Ordering System for 	College Canteen," </a:t>
            </a:r>
            <a:r>
              <a:rPr lang="en-IN" i="1" dirty="0">
                <a:latin typeface="Times New Roman" panose="02020603050405020304" pitchFamily="18" charset="0"/>
                <a:cs typeface="Times New Roman" panose="02020603050405020304" pitchFamily="18" charset="0"/>
              </a:rPr>
              <a:t>SAMRIDDHI: A Journal of Physical Sciences, Engineering and 	Technology</a:t>
            </a:r>
            <a:r>
              <a:rPr lang="en-IN" dirty="0">
                <a:latin typeface="Times New Roman" panose="02020603050405020304" pitchFamily="18" charset="0"/>
                <a:cs typeface="Times New Roman" panose="02020603050405020304" pitchFamily="18" charset="0"/>
              </a:rPr>
              <a:t>, vol. 12, no. Sup 2, pp. 64-68, Nov. 2020. DOI: 	10.18090/samriddhi.v12iS2.13. [Online]. Available: </a:t>
            </a:r>
            <a:r>
              <a:rPr lang="en-IN" dirty="0">
                <a:latin typeface="Times New Roman" panose="02020603050405020304" pitchFamily="18" charset="0"/>
                <a:cs typeface="Times New Roman" panose="02020603050405020304" pitchFamily="18" charset="0"/>
                <a:hlinkClick r:id="rId6"/>
              </a:rPr>
              <a:t>https://smsjournals.com</a:t>
            </a: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a:extLst>
              <a:ext uri="{FF2B5EF4-FFF2-40B4-BE49-F238E27FC236}">
                <a16:creationId xmlns:a16="http://schemas.microsoft.com/office/drawing/2014/main" id="{8512C099-1B8F-37D2-A923-2AD3D2829782}"/>
              </a:ext>
            </a:extLst>
          </p:cNvPr>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1354</TotalTime>
  <Words>1533</Words>
  <Application>Microsoft Office PowerPoint</Application>
  <PresentationFormat>Custom</PresentationFormat>
  <Paragraphs>141</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Google Sans Text</vt:lpstr>
      <vt:lpstr>Times New Roman</vt:lpstr>
      <vt:lpstr>Trebuchet MS</vt:lpstr>
      <vt:lpstr>Wingdings</vt:lpstr>
      <vt:lpstr>Wingdings 3</vt:lpstr>
      <vt:lpstr>Facet</vt:lpstr>
      <vt:lpstr>PowerPoint Presentation</vt:lpstr>
      <vt:lpstr>PowerPoint Presentation</vt:lpstr>
      <vt:lpstr>Objectives </vt:lpstr>
      <vt:lpstr>PowerPoint Presentation</vt:lpstr>
      <vt:lpstr>PowerPoint Presentation</vt:lpstr>
      <vt:lpstr>PowerPoint Presentation</vt:lpstr>
      <vt:lpstr> Problem Statement </vt:lpstr>
      <vt:lpstr>PowerPoint Presentation</vt:lpstr>
      <vt:lpstr>PowerPoint Presentation</vt:lpstr>
      <vt:lpstr>EXPERIMENTAL SETUP</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suraj Gupta</cp:lastModifiedBy>
  <cp:revision>61</cp:revision>
  <cp:lastPrinted>1601-01-01T00:00:00Z</cp:lastPrinted>
  <dcterms:created xsi:type="dcterms:W3CDTF">2017-10-25T08:22:14Z</dcterms:created>
  <dcterms:modified xsi:type="dcterms:W3CDTF">2026-04-17T06:00:02Z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